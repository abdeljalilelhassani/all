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Poppins"/>
      <p:regular r:id="rId28"/>
      <p:bold r:id="rId29"/>
      <p:italic r:id="rId30"/>
      <p:boldItalic r:id="rId31"/>
    </p:embeddedFont>
    <p:embeddedFont>
      <p:font typeface="Pacifico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oppins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boldItalic.fntdata"/><Relationship Id="rId30" Type="http://schemas.openxmlformats.org/officeDocument/2006/relationships/font" Target="fonts/Poppin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acifico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06f1c2d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06f1c2d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f391192_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f391192_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1333a693b34_0_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1333a693b34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3512b43b21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13512b43b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ed75ccf_014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ed75ccf_0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f391192_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f391192_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333a693b34_0_8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333a693b34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4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333a693b34_0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1333a693b3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333a693b34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333a693b3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5ed75ccf_01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5ed75ccf_0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3342d810c6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3342d810c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3342d810c6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3342d810c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3342d810c6_0_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3342d810c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3342d810c6_0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3342d810c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5ed75ccf_01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5ed75ccf_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3512b43b21_0_70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3512b43b21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616577f25a_37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616577f25a_37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81150" y="1759800"/>
            <a:ext cx="4371926" cy="32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ctrTitle"/>
          </p:nvPr>
        </p:nvSpPr>
        <p:spPr>
          <a:xfrm>
            <a:off x="685800" y="696425"/>
            <a:ext cx="5391000" cy="29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50275" y="2175625"/>
            <a:ext cx="3879000" cy="28704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>
            <p:ph type="ctrTitle"/>
          </p:nvPr>
        </p:nvSpPr>
        <p:spPr>
          <a:xfrm>
            <a:off x="685800" y="1811950"/>
            <a:ext cx="49731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685800" y="3144850"/>
            <a:ext cx="24936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74072" y="2340786"/>
            <a:ext cx="3879000" cy="2629082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962850" y="919975"/>
            <a:ext cx="4469100" cy="3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1pPr>
            <a:lvl2pPr indent="-431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○"/>
              <a:defRPr sz="3200">
                <a:solidFill>
                  <a:schemeClr val="accent5"/>
                </a:solidFill>
              </a:defRPr>
            </a:lvl2pPr>
            <a:lvl3pPr indent="-431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3pPr>
            <a:lvl4pPr indent="-431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4pPr>
            <a:lvl5pPr indent="-431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○"/>
              <a:defRPr sz="3200">
                <a:solidFill>
                  <a:schemeClr val="accent5"/>
                </a:solidFill>
              </a:defRPr>
            </a:lvl5pPr>
            <a:lvl6pPr indent="-431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6pPr>
            <a:lvl7pPr indent="-431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●"/>
              <a:defRPr sz="3200">
                <a:solidFill>
                  <a:schemeClr val="accent5"/>
                </a:solidFill>
              </a:defRPr>
            </a:lvl7pPr>
            <a:lvl8pPr indent="-431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○"/>
              <a:defRPr sz="3200">
                <a:solidFill>
                  <a:schemeClr val="accent5"/>
                </a:solidFill>
              </a:defRPr>
            </a:lvl8pPr>
            <a:lvl9pPr indent="-431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Char char="■"/>
              <a:defRPr sz="3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" name="Google Shape;60;p15"/>
          <p:cNvSpPr txBox="1"/>
          <p:nvPr/>
        </p:nvSpPr>
        <p:spPr>
          <a:xfrm>
            <a:off x="390571" y="571075"/>
            <a:ext cx="648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rPr>
              <a:t>“</a:t>
            </a:r>
            <a:endParaRPr b="1" sz="9600">
              <a:solidFill>
                <a:schemeClr val="dk2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 illustration">
  <p:cSld name="BLANK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457200" y="2082325"/>
            <a:ext cx="2359800" cy="28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3392100" y="2082325"/>
            <a:ext cx="2359800" cy="28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8" name="Google Shape;68;p17"/>
          <p:cNvSpPr txBox="1"/>
          <p:nvPr>
            <p:ph idx="3" type="body"/>
          </p:nvPr>
        </p:nvSpPr>
        <p:spPr>
          <a:xfrm>
            <a:off x="6326997" y="2082325"/>
            <a:ext cx="2359800" cy="28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+ image mask">
  <p:cSld name="TITLE_AND_BODY_1">
    <p:bg>
      <p:bgPr>
        <a:solidFill>
          <a:schemeClr val="accen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8"/>
          <p:cNvGrpSpPr/>
          <p:nvPr/>
        </p:nvGrpSpPr>
        <p:grpSpPr>
          <a:xfrm>
            <a:off x="-144" y="4104"/>
            <a:ext cx="9144000" cy="5143488"/>
            <a:chOff x="238125" y="848325"/>
            <a:chExt cx="7143750" cy="4018350"/>
          </a:xfrm>
        </p:grpSpPr>
        <p:sp>
          <p:nvSpPr>
            <p:cNvPr id="72" name="Google Shape;72;p18"/>
            <p:cNvSpPr/>
            <p:nvPr/>
          </p:nvSpPr>
          <p:spPr>
            <a:xfrm>
              <a:off x="238125" y="848325"/>
              <a:ext cx="7143750" cy="4018350"/>
            </a:xfrm>
            <a:custGeom>
              <a:rect b="b" l="l" r="r" t="t"/>
              <a:pathLst>
                <a:path extrusionOk="0" h="160734" w="285750">
                  <a:moveTo>
                    <a:pt x="206722" y="15292"/>
                  </a:moveTo>
                  <a:lnTo>
                    <a:pt x="207057" y="15348"/>
                  </a:lnTo>
                  <a:lnTo>
                    <a:pt x="207671" y="15515"/>
                  </a:lnTo>
                  <a:lnTo>
                    <a:pt x="208229" y="15850"/>
                  </a:lnTo>
                  <a:lnTo>
                    <a:pt x="208731" y="16241"/>
                  </a:lnTo>
                  <a:lnTo>
                    <a:pt x="209122" y="16743"/>
                  </a:lnTo>
                  <a:lnTo>
                    <a:pt x="209457" y="17301"/>
                  </a:lnTo>
                  <a:lnTo>
                    <a:pt x="209624" y="17915"/>
                  </a:lnTo>
                  <a:lnTo>
                    <a:pt x="209680" y="18250"/>
                  </a:lnTo>
                  <a:lnTo>
                    <a:pt x="209736" y="18585"/>
                  </a:lnTo>
                  <a:lnTo>
                    <a:pt x="209680" y="18920"/>
                  </a:lnTo>
                  <a:lnTo>
                    <a:pt x="209624" y="19255"/>
                  </a:lnTo>
                  <a:lnTo>
                    <a:pt x="209457" y="19869"/>
                  </a:lnTo>
                  <a:lnTo>
                    <a:pt x="209122" y="20427"/>
                  </a:lnTo>
                  <a:lnTo>
                    <a:pt x="208731" y="20929"/>
                  </a:lnTo>
                  <a:lnTo>
                    <a:pt x="208229" y="21320"/>
                  </a:lnTo>
                  <a:lnTo>
                    <a:pt x="207671" y="21654"/>
                  </a:lnTo>
                  <a:lnTo>
                    <a:pt x="207057" y="21822"/>
                  </a:lnTo>
                  <a:lnTo>
                    <a:pt x="206722" y="21878"/>
                  </a:lnTo>
                  <a:lnTo>
                    <a:pt x="206053" y="21878"/>
                  </a:lnTo>
                  <a:lnTo>
                    <a:pt x="205718" y="21822"/>
                  </a:lnTo>
                  <a:lnTo>
                    <a:pt x="205104" y="21654"/>
                  </a:lnTo>
                  <a:lnTo>
                    <a:pt x="204546" y="21320"/>
                  </a:lnTo>
                  <a:lnTo>
                    <a:pt x="204043" y="20929"/>
                  </a:lnTo>
                  <a:lnTo>
                    <a:pt x="203653" y="20427"/>
                  </a:lnTo>
                  <a:lnTo>
                    <a:pt x="203374" y="19869"/>
                  </a:lnTo>
                  <a:lnTo>
                    <a:pt x="203150" y="19255"/>
                  </a:lnTo>
                  <a:lnTo>
                    <a:pt x="203095" y="18920"/>
                  </a:lnTo>
                  <a:lnTo>
                    <a:pt x="203095" y="18585"/>
                  </a:lnTo>
                  <a:lnTo>
                    <a:pt x="203095" y="18250"/>
                  </a:lnTo>
                  <a:lnTo>
                    <a:pt x="203150" y="17915"/>
                  </a:lnTo>
                  <a:lnTo>
                    <a:pt x="203374" y="17301"/>
                  </a:lnTo>
                  <a:lnTo>
                    <a:pt x="203653" y="16743"/>
                  </a:lnTo>
                  <a:lnTo>
                    <a:pt x="204043" y="16241"/>
                  </a:lnTo>
                  <a:lnTo>
                    <a:pt x="204546" y="15850"/>
                  </a:lnTo>
                  <a:lnTo>
                    <a:pt x="205104" y="15515"/>
                  </a:lnTo>
                  <a:lnTo>
                    <a:pt x="205718" y="15348"/>
                  </a:lnTo>
                  <a:lnTo>
                    <a:pt x="206053" y="15292"/>
                  </a:lnTo>
                  <a:close/>
                  <a:moveTo>
                    <a:pt x="255947" y="30138"/>
                  </a:moveTo>
                  <a:lnTo>
                    <a:pt x="256282" y="30193"/>
                  </a:lnTo>
                  <a:lnTo>
                    <a:pt x="256896" y="30417"/>
                  </a:lnTo>
                  <a:lnTo>
                    <a:pt x="257454" y="30696"/>
                  </a:lnTo>
                  <a:lnTo>
                    <a:pt x="257956" y="31086"/>
                  </a:lnTo>
                  <a:lnTo>
                    <a:pt x="258347" y="31589"/>
                  </a:lnTo>
                  <a:lnTo>
                    <a:pt x="258682" y="32147"/>
                  </a:lnTo>
                  <a:lnTo>
                    <a:pt x="258849" y="32761"/>
                  </a:lnTo>
                  <a:lnTo>
                    <a:pt x="258905" y="33096"/>
                  </a:lnTo>
                  <a:lnTo>
                    <a:pt x="258905" y="33430"/>
                  </a:lnTo>
                  <a:lnTo>
                    <a:pt x="258905" y="33765"/>
                  </a:lnTo>
                  <a:lnTo>
                    <a:pt x="258849" y="34100"/>
                  </a:lnTo>
                  <a:lnTo>
                    <a:pt x="258682" y="34714"/>
                  </a:lnTo>
                  <a:lnTo>
                    <a:pt x="258347" y="35328"/>
                  </a:lnTo>
                  <a:lnTo>
                    <a:pt x="257956" y="35774"/>
                  </a:lnTo>
                  <a:lnTo>
                    <a:pt x="257454" y="36221"/>
                  </a:lnTo>
                  <a:lnTo>
                    <a:pt x="256896" y="36500"/>
                  </a:lnTo>
                  <a:lnTo>
                    <a:pt x="256282" y="36723"/>
                  </a:lnTo>
                  <a:lnTo>
                    <a:pt x="255947" y="36723"/>
                  </a:lnTo>
                  <a:lnTo>
                    <a:pt x="255612" y="36779"/>
                  </a:lnTo>
                  <a:lnTo>
                    <a:pt x="255277" y="36723"/>
                  </a:lnTo>
                  <a:lnTo>
                    <a:pt x="254943" y="36723"/>
                  </a:lnTo>
                  <a:lnTo>
                    <a:pt x="254329" y="36500"/>
                  </a:lnTo>
                  <a:lnTo>
                    <a:pt x="253771" y="36221"/>
                  </a:lnTo>
                  <a:lnTo>
                    <a:pt x="253268" y="35774"/>
                  </a:lnTo>
                  <a:lnTo>
                    <a:pt x="252878" y="35328"/>
                  </a:lnTo>
                  <a:lnTo>
                    <a:pt x="252543" y="34714"/>
                  </a:lnTo>
                  <a:lnTo>
                    <a:pt x="252375" y="34100"/>
                  </a:lnTo>
                  <a:lnTo>
                    <a:pt x="252319" y="33765"/>
                  </a:lnTo>
                  <a:lnTo>
                    <a:pt x="252264" y="33430"/>
                  </a:lnTo>
                  <a:lnTo>
                    <a:pt x="252319" y="33096"/>
                  </a:lnTo>
                  <a:lnTo>
                    <a:pt x="252375" y="32761"/>
                  </a:lnTo>
                  <a:lnTo>
                    <a:pt x="252543" y="32147"/>
                  </a:lnTo>
                  <a:lnTo>
                    <a:pt x="252878" y="31589"/>
                  </a:lnTo>
                  <a:lnTo>
                    <a:pt x="253268" y="31086"/>
                  </a:lnTo>
                  <a:lnTo>
                    <a:pt x="253771" y="30696"/>
                  </a:lnTo>
                  <a:lnTo>
                    <a:pt x="254329" y="30417"/>
                  </a:lnTo>
                  <a:lnTo>
                    <a:pt x="254943" y="30193"/>
                  </a:lnTo>
                  <a:lnTo>
                    <a:pt x="255277" y="30138"/>
                  </a:lnTo>
                  <a:close/>
                  <a:moveTo>
                    <a:pt x="113463" y="32593"/>
                  </a:moveTo>
                  <a:lnTo>
                    <a:pt x="113798" y="32649"/>
                  </a:lnTo>
                  <a:lnTo>
                    <a:pt x="114412" y="32817"/>
                  </a:lnTo>
                  <a:lnTo>
                    <a:pt x="115026" y="33151"/>
                  </a:lnTo>
                  <a:lnTo>
                    <a:pt x="115472" y="33542"/>
                  </a:lnTo>
                  <a:lnTo>
                    <a:pt x="115919" y="34044"/>
                  </a:lnTo>
                  <a:lnTo>
                    <a:pt x="116198" y="34602"/>
                  </a:lnTo>
                  <a:lnTo>
                    <a:pt x="116365" y="35216"/>
                  </a:lnTo>
                  <a:lnTo>
                    <a:pt x="116421" y="35551"/>
                  </a:lnTo>
                  <a:lnTo>
                    <a:pt x="116477" y="35886"/>
                  </a:lnTo>
                  <a:lnTo>
                    <a:pt x="116421" y="36221"/>
                  </a:lnTo>
                  <a:lnTo>
                    <a:pt x="116365" y="36556"/>
                  </a:lnTo>
                  <a:lnTo>
                    <a:pt x="116198" y="37170"/>
                  </a:lnTo>
                  <a:lnTo>
                    <a:pt x="115919" y="37728"/>
                  </a:lnTo>
                  <a:lnTo>
                    <a:pt x="115472" y="38230"/>
                  </a:lnTo>
                  <a:lnTo>
                    <a:pt x="115026" y="38621"/>
                  </a:lnTo>
                  <a:lnTo>
                    <a:pt x="114412" y="38956"/>
                  </a:lnTo>
                  <a:lnTo>
                    <a:pt x="113798" y="39123"/>
                  </a:lnTo>
                  <a:lnTo>
                    <a:pt x="113463" y="39179"/>
                  </a:lnTo>
                  <a:lnTo>
                    <a:pt x="112793" y="39179"/>
                  </a:lnTo>
                  <a:lnTo>
                    <a:pt x="112458" y="39123"/>
                  </a:lnTo>
                  <a:lnTo>
                    <a:pt x="111844" y="38956"/>
                  </a:lnTo>
                  <a:lnTo>
                    <a:pt x="111286" y="38621"/>
                  </a:lnTo>
                  <a:lnTo>
                    <a:pt x="110784" y="38230"/>
                  </a:lnTo>
                  <a:lnTo>
                    <a:pt x="110393" y="37728"/>
                  </a:lnTo>
                  <a:lnTo>
                    <a:pt x="110114" y="37170"/>
                  </a:lnTo>
                  <a:lnTo>
                    <a:pt x="109891" y="36556"/>
                  </a:lnTo>
                  <a:lnTo>
                    <a:pt x="109835" y="36221"/>
                  </a:lnTo>
                  <a:lnTo>
                    <a:pt x="109835" y="35886"/>
                  </a:lnTo>
                  <a:lnTo>
                    <a:pt x="109835" y="35551"/>
                  </a:lnTo>
                  <a:lnTo>
                    <a:pt x="109891" y="35216"/>
                  </a:lnTo>
                  <a:lnTo>
                    <a:pt x="110114" y="34602"/>
                  </a:lnTo>
                  <a:lnTo>
                    <a:pt x="110393" y="34044"/>
                  </a:lnTo>
                  <a:lnTo>
                    <a:pt x="110784" y="33542"/>
                  </a:lnTo>
                  <a:lnTo>
                    <a:pt x="111286" y="33151"/>
                  </a:lnTo>
                  <a:lnTo>
                    <a:pt x="111844" y="32817"/>
                  </a:lnTo>
                  <a:lnTo>
                    <a:pt x="112458" y="32649"/>
                  </a:lnTo>
                  <a:lnTo>
                    <a:pt x="112793" y="32593"/>
                  </a:lnTo>
                  <a:close/>
                  <a:moveTo>
                    <a:pt x="120328" y="48611"/>
                  </a:moveTo>
                  <a:lnTo>
                    <a:pt x="120886" y="48722"/>
                  </a:lnTo>
                  <a:lnTo>
                    <a:pt x="121444" y="48834"/>
                  </a:lnTo>
                  <a:lnTo>
                    <a:pt x="121946" y="49057"/>
                  </a:lnTo>
                  <a:lnTo>
                    <a:pt x="122393" y="49281"/>
                  </a:lnTo>
                  <a:lnTo>
                    <a:pt x="122895" y="49560"/>
                  </a:lnTo>
                  <a:lnTo>
                    <a:pt x="123286" y="49895"/>
                  </a:lnTo>
                  <a:lnTo>
                    <a:pt x="123676" y="50229"/>
                  </a:lnTo>
                  <a:lnTo>
                    <a:pt x="124067" y="50620"/>
                  </a:lnTo>
                  <a:lnTo>
                    <a:pt x="124346" y="51067"/>
                  </a:lnTo>
                  <a:lnTo>
                    <a:pt x="124625" y="51513"/>
                  </a:lnTo>
                  <a:lnTo>
                    <a:pt x="124904" y="52015"/>
                  </a:lnTo>
                  <a:lnTo>
                    <a:pt x="125071" y="52518"/>
                  </a:lnTo>
                  <a:lnTo>
                    <a:pt x="125183" y="53020"/>
                  </a:lnTo>
                  <a:lnTo>
                    <a:pt x="125295" y="53578"/>
                  </a:lnTo>
                  <a:lnTo>
                    <a:pt x="125295" y="54136"/>
                  </a:lnTo>
                  <a:lnTo>
                    <a:pt x="125295" y="54750"/>
                  </a:lnTo>
                  <a:lnTo>
                    <a:pt x="125183" y="55252"/>
                  </a:lnTo>
                  <a:lnTo>
                    <a:pt x="125071" y="55810"/>
                  </a:lnTo>
                  <a:lnTo>
                    <a:pt x="124904" y="56313"/>
                  </a:lnTo>
                  <a:lnTo>
                    <a:pt x="124625" y="56815"/>
                  </a:lnTo>
                  <a:lnTo>
                    <a:pt x="124346" y="57261"/>
                  </a:lnTo>
                  <a:lnTo>
                    <a:pt x="124067" y="57708"/>
                  </a:lnTo>
                  <a:lnTo>
                    <a:pt x="123676" y="58099"/>
                  </a:lnTo>
                  <a:lnTo>
                    <a:pt x="123286" y="58434"/>
                  </a:lnTo>
                  <a:lnTo>
                    <a:pt x="122895" y="58768"/>
                  </a:lnTo>
                  <a:lnTo>
                    <a:pt x="122393" y="59047"/>
                  </a:lnTo>
                  <a:lnTo>
                    <a:pt x="121946" y="59271"/>
                  </a:lnTo>
                  <a:lnTo>
                    <a:pt x="121444" y="59438"/>
                  </a:lnTo>
                  <a:lnTo>
                    <a:pt x="120886" y="59606"/>
                  </a:lnTo>
                  <a:lnTo>
                    <a:pt x="120328" y="59661"/>
                  </a:lnTo>
                  <a:lnTo>
                    <a:pt x="119769" y="59717"/>
                  </a:lnTo>
                  <a:lnTo>
                    <a:pt x="119211" y="59661"/>
                  </a:lnTo>
                  <a:lnTo>
                    <a:pt x="118653" y="59606"/>
                  </a:lnTo>
                  <a:lnTo>
                    <a:pt x="118095" y="59438"/>
                  </a:lnTo>
                  <a:lnTo>
                    <a:pt x="117593" y="59271"/>
                  </a:lnTo>
                  <a:lnTo>
                    <a:pt x="117146" y="59047"/>
                  </a:lnTo>
                  <a:lnTo>
                    <a:pt x="116644" y="58768"/>
                  </a:lnTo>
                  <a:lnTo>
                    <a:pt x="116253" y="58434"/>
                  </a:lnTo>
                  <a:lnTo>
                    <a:pt x="115863" y="58099"/>
                  </a:lnTo>
                  <a:lnTo>
                    <a:pt x="115472" y="57708"/>
                  </a:lnTo>
                  <a:lnTo>
                    <a:pt x="115193" y="57261"/>
                  </a:lnTo>
                  <a:lnTo>
                    <a:pt x="114914" y="56815"/>
                  </a:lnTo>
                  <a:lnTo>
                    <a:pt x="114635" y="56313"/>
                  </a:lnTo>
                  <a:lnTo>
                    <a:pt x="114467" y="55810"/>
                  </a:lnTo>
                  <a:lnTo>
                    <a:pt x="114356" y="55252"/>
                  </a:lnTo>
                  <a:lnTo>
                    <a:pt x="114244" y="54750"/>
                  </a:lnTo>
                  <a:lnTo>
                    <a:pt x="114244" y="54136"/>
                  </a:lnTo>
                  <a:lnTo>
                    <a:pt x="114244" y="53578"/>
                  </a:lnTo>
                  <a:lnTo>
                    <a:pt x="114356" y="53020"/>
                  </a:lnTo>
                  <a:lnTo>
                    <a:pt x="114467" y="52518"/>
                  </a:lnTo>
                  <a:lnTo>
                    <a:pt x="114635" y="52015"/>
                  </a:lnTo>
                  <a:lnTo>
                    <a:pt x="114914" y="51513"/>
                  </a:lnTo>
                  <a:lnTo>
                    <a:pt x="115193" y="51067"/>
                  </a:lnTo>
                  <a:lnTo>
                    <a:pt x="115472" y="50620"/>
                  </a:lnTo>
                  <a:lnTo>
                    <a:pt x="115863" y="50229"/>
                  </a:lnTo>
                  <a:lnTo>
                    <a:pt x="116253" y="49895"/>
                  </a:lnTo>
                  <a:lnTo>
                    <a:pt x="116644" y="49560"/>
                  </a:lnTo>
                  <a:lnTo>
                    <a:pt x="117146" y="49281"/>
                  </a:lnTo>
                  <a:lnTo>
                    <a:pt x="117593" y="49057"/>
                  </a:lnTo>
                  <a:lnTo>
                    <a:pt x="118095" y="48834"/>
                  </a:lnTo>
                  <a:lnTo>
                    <a:pt x="118653" y="48722"/>
                  </a:lnTo>
                  <a:lnTo>
                    <a:pt x="119211" y="48611"/>
                  </a:lnTo>
                  <a:close/>
                  <a:moveTo>
                    <a:pt x="267109" y="134782"/>
                  </a:moveTo>
                  <a:lnTo>
                    <a:pt x="267667" y="134838"/>
                  </a:lnTo>
                  <a:lnTo>
                    <a:pt x="268226" y="134894"/>
                  </a:lnTo>
                  <a:lnTo>
                    <a:pt x="268728" y="135061"/>
                  </a:lnTo>
                  <a:lnTo>
                    <a:pt x="269286" y="135229"/>
                  </a:lnTo>
                  <a:lnTo>
                    <a:pt x="269732" y="135452"/>
                  </a:lnTo>
                  <a:lnTo>
                    <a:pt x="270235" y="135731"/>
                  </a:lnTo>
                  <a:lnTo>
                    <a:pt x="270625" y="136066"/>
                  </a:lnTo>
                  <a:lnTo>
                    <a:pt x="271016" y="136401"/>
                  </a:lnTo>
                  <a:lnTo>
                    <a:pt x="271407" y="136791"/>
                  </a:lnTo>
                  <a:lnTo>
                    <a:pt x="271686" y="137238"/>
                  </a:lnTo>
                  <a:lnTo>
                    <a:pt x="271965" y="137684"/>
                  </a:lnTo>
                  <a:lnTo>
                    <a:pt x="272244" y="138187"/>
                  </a:lnTo>
                  <a:lnTo>
                    <a:pt x="272411" y="138689"/>
                  </a:lnTo>
                  <a:lnTo>
                    <a:pt x="272523" y="139191"/>
                  </a:lnTo>
                  <a:lnTo>
                    <a:pt x="272635" y="139749"/>
                  </a:lnTo>
                  <a:lnTo>
                    <a:pt x="272635" y="140363"/>
                  </a:lnTo>
                  <a:lnTo>
                    <a:pt x="272635" y="140921"/>
                  </a:lnTo>
                  <a:lnTo>
                    <a:pt x="272523" y="141479"/>
                  </a:lnTo>
                  <a:lnTo>
                    <a:pt x="272411" y="141982"/>
                  </a:lnTo>
                  <a:lnTo>
                    <a:pt x="272244" y="142484"/>
                  </a:lnTo>
                  <a:lnTo>
                    <a:pt x="271965" y="142986"/>
                  </a:lnTo>
                  <a:lnTo>
                    <a:pt x="271686" y="143433"/>
                  </a:lnTo>
                  <a:lnTo>
                    <a:pt x="271407" y="143879"/>
                  </a:lnTo>
                  <a:lnTo>
                    <a:pt x="271016" y="144270"/>
                  </a:lnTo>
                  <a:lnTo>
                    <a:pt x="270625" y="144605"/>
                  </a:lnTo>
                  <a:lnTo>
                    <a:pt x="270235" y="144940"/>
                  </a:lnTo>
                  <a:lnTo>
                    <a:pt x="269732" y="145219"/>
                  </a:lnTo>
                  <a:lnTo>
                    <a:pt x="269286" y="145442"/>
                  </a:lnTo>
                  <a:lnTo>
                    <a:pt x="268728" y="145665"/>
                  </a:lnTo>
                  <a:lnTo>
                    <a:pt x="268226" y="145777"/>
                  </a:lnTo>
                  <a:lnTo>
                    <a:pt x="267667" y="145833"/>
                  </a:lnTo>
                  <a:lnTo>
                    <a:pt x="267109" y="145888"/>
                  </a:lnTo>
                  <a:lnTo>
                    <a:pt x="266551" y="145833"/>
                  </a:lnTo>
                  <a:lnTo>
                    <a:pt x="265993" y="145777"/>
                  </a:lnTo>
                  <a:lnTo>
                    <a:pt x="265435" y="145665"/>
                  </a:lnTo>
                  <a:lnTo>
                    <a:pt x="264933" y="145442"/>
                  </a:lnTo>
                  <a:lnTo>
                    <a:pt x="264430" y="145219"/>
                  </a:lnTo>
                  <a:lnTo>
                    <a:pt x="263984" y="144940"/>
                  </a:lnTo>
                  <a:lnTo>
                    <a:pt x="263593" y="144605"/>
                  </a:lnTo>
                  <a:lnTo>
                    <a:pt x="263203" y="144270"/>
                  </a:lnTo>
                  <a:lnTo>
                    <a:pt x="262812" y="143879"/>
                  </a:lnTo>
                  <a:lnTo>
                    <a:pt x="262477" y="143433"/>
                  </a:lnTo>
                  <a:lnTo>
                    <a:pt x="262198" y="142986"/>
                  </a:lnTo>
                  <a:lnTo>
                    <a:pt x="261975" y="142484"/>
                  </a:lnTo>
                  <a:lnTo>
                    <a:pt x="261807" y="141982"/>
                  </a:lnTo>
                  <a:lnTo>
                    <a:pt x="261640" y="141479"/>
                  </a:lnTo>
                  <a:lnTo>
                    <a:pt x="261584" y="140921"/>
                  </a:lnTo>
                  <a:lnTo>
                    <a:pt x="261528" y="140363"/>
                  </a:lnTo>
                  <a:lnTo>
                    <a:pt x="261584" y="139749"/>
                  </a:lnTo>
                  <a:lnTo>
                    <a:pt x="261640" y="139191"/>
                  </a:lnTo>
                  <a:lnTo>
                    <a:pt x="261807" y="138689"/>
                  </a:lnTo>
                  <a:lnTo>
                    <a:pt x="261975" y="138187"/>
                  </a:lnTo>
                  <a:lnTo>
                    <a:pt x="262198" y="137684"/>
                  </a:lnTo>
                  <a:lnTo>
                    <a:pt x="262477" y="137238"/>
                  </a:lnTo>
                  <a:lnTo>
                    <a:pt x="262812" y="136791"/>
                  </a:lnTo>
                  <a:lnTo>
                    <a:pt x="263203" y="136401"/>
                  </a:lnTo>
                  <a:lnTo>
                    <a:pt x="263593" y="136066"/>
                  </a:lnTo>
                  <a:lnTo>
                    <a:pt x="263984" y="135731"/>
                  </a:lnTo>
                  <a:lnTo>
                    <a:pt x="264430" y="135452"/>
                  </a:lnTo>
                  <a:lnTo>
                    <a:pt x="264933" y="135229"/>
                  </a:lnTo>
                  <a:lnTo>
                    <a:pt x="265435" y="135061"/>
                  </a:lnTo>
                  <a:lnTo>
                    <a:pt x="265993" y="134894"/>
                  </a:lnTo>
                  <a:lnTo>
                    <a:pt x="266551" y="134838"/>
                  </a:lnTo>
                  <a:lnTo>
                    <a:pt x="267109" y="134782"/>
                  </a:lnTo>
                  <a:close/>
                  <a:moveTo>
                    <a:pt x="165199" y="11385"/>
                  </a:moveTo>
                  <a:lnTo>
                    <a:pt x="166594" y="11441"/>
                  </a:lnTo>
                  <a:lnTo>
                    <a:pt x="167934" y="11497"/>
                  </a:lnTo>
                  <a:lnTo>
                    <a:pt x="169273" y="11664"/>
                  </a:lnTo>
                  <a:lnTo>
                    <a:pt x="170613" y="11888"/>
                  </a:lnTo>
                  <a:lnTo>
                    <a:pt x="171952" y="12167"/>
                  </a:lnTo>
                  <a:lnTo>
                    <a:pt x="173292" y="12446"/>
                  </a:lnTo>
                  <a:lnTo>
                    <a:pt x="174631" y="12781"/>
                  </a:lnTo>
                  <a:lnTo>
                    <a:pt x="175971" y="13171"/>
                  </a:lnTo>
                  <a:lnTo>
                    <a:pt x="177254" y="13618"/>
                  </a:lnTo>
                  <a:lnTo>
                    <a:pt x="179877" y="14567"/>
                  </a:lnTo>
                  <a:lnTo>
                    <a:pt x="182445" y="15627"/>
                  </a:lnTo>
                  <a:lnTo>
                    <a:pt x="185012" y="16743"/>
                  </a:lnTo>
                  <a:lnTo>
                    <a:pt x="186630" y="17469"/>
                  </a:lnTo>
                  <a:lnTo>
                    <a:pt x="188249" y="18306"/>
                  </a:lnTo>
                  <a:lnTo>
                    <a:pt x="189867" y="19143"/>
                  </a:lnTo>
                  <a:lnTo>
                    <a:pt x="191430" y="20036"/>
                  </a:lnTo>
                  <a:lnTo>
                    <a:pt x="194556" y="21822"/>
                  </a:lnTo>
                  <a:lnTo>
                    <a:pt x="197569" y="23719"/>
                  </a:lnTo>
                  <a:lnTo>
                    <a:pt x="203653" y="27570"/>
                  </a:lnTo>
                  <a:lnTo>
                    <a:pt x="206722" y="29468"/>
                  </a:lnTo>
                  <a:lnTo>
                    <a:pt x="209848" y="31254"/>
                  </a:lnTo>
                  <a:lnTo>
                    <a:pt x="211522" y="32147"/>
                  </a:lnTo>
                  <a:lnTo>
                    <a:pt x="213252" y="32872"/>
                  </a:lnTo>
                  <a:lnTo>
                    <a:pt x="215038" y="33598"/>
                  </a:lnTo>
                  <a:lnTo>
                    <a:pt x="216824" y="34156"/>
                  </a:lnTo>
                  <a:lnTo>
                    <a:pt x="218666" y="34658"/>
                  </a:lnTo>
                  <a:lnTo>
                    <a:pt x="220563" y="35105"/>
                  </a:lnTo>
                  <a:lnTo>
                    <a:pt x="222405" y="35551"/>
                  </a:lnTo>
                  <a:lnTo>
                    <a:pt x="224303" y="35886"/>
                  </a:lnTo>
                  <a:lnTo>
                    <a:pt x="228098" y="36500"/>
                  </a:lnTo>
                  <a:lnTo>
                    <a:pt x="231949" y="37002"/>
                  </a:lnTo>
                  <a:lnTo>
                    <a:pt x="235688" y="37560"/>
                  </a:lnTo>
                  <a:lnTo>
                    <a:pt x="237530" y="37895"/>
                  </a:lnTo>
                  <a:lnTo>
                    <a:pt x="239316" y="38230"/>
                  </a:lnTo>
                  <a:lnTo>
                    <a:pt x="241269" y="38621"/>
                  </a:lnTo>
                  <a:lnTo>
                    <a:pt x="243278" y="39067"/>
                  </a:lnTo>
                  <a:lnTo>
                    <a:pt x="245232" y="39570"/>
                  </a:lnTo>
                  <a:lnTo>
                    <a:pt x="247185" y="40072"/>
                  </a:lnTo>
                  <a:lnTo>
                    <a:pt x="249138" y="40686"/>
                  </a:lnTo>
                  <a:lnTo>
                    <a:pt x="251092" y="41300"/>
                  </a:lnTo>
                  <a:lnTo>
                    <a:pt x="252989" y="41969"/>
                  </a:lnTo>
                  <a:lnTo>
                    <a:pt x="254887" y="42751"/>
                  </a:lnTo>
                  <a:lnTo>
                    <a:pt x="256729" y="43588"/>
                  </a:lnTo>
                  <a:lnTo>
                    <a:pt x="258570" y="44481"/>
                  </a:lnTo>
                  <a:lnTo>
                    <a:pt x="260356" y="45430"/>
                  </a:lnTo>
                  <a:lnTo>
                    <a:pt x="262086" y="46490"/>
                  </a:lnTo>
                  <a:lnTo>
                    <a:pt x="263761" y="47606"/>
                  </a:lnTo>
                  <a:lnTo>
                    <a:pt x="265435" y="48890"/>
                  </a:lnTo>
                  <a:lnTo>
                    <a:pt x="266998" y="50174"/>
                  </a:lnTo>
                  <a:lnTo>
                    <a:pt x="268560" y="51625"/>
                  </a:lnTo>
                  <a:lnTo>
                    <a:pt x="269453" y="52518"/>
                  </a:lnTo>
                  <a:lnTo>
                    <a:pt x="270290" y="53466"/>
                  </a:lnTo>
                  <a:lnTo>
                    <a:pt x="271128" y="54471"/>
                  </a:lnTo>
                  <a:lnTo>
                    <a:pt x="271909" y="55476"/>
                  </a:lnTo>
                  <a:lnTo>
                    <a:pt x="272690" y="56536"/>
                  </a:lnTo>
                  <a:lnTo>
                    <a:pt x="273416" y="57596"/>
                  </a:lnTo>
                  <a:lnTo>
                    <a:pt x="274086" y="58657"/>
                  </a:lnTo>
                  <a:lnTo>
                    <a:pt x="274755" y="59829"/>
                  </a:lnTo>
                  <a:lnTo>
                    <a:pt x="275369" y="60945"/>
                  </a:lnTo>
                  <a:lnTo>
                    <a:pt x="275983" y="62117"/>
                  </a:lnTo>
                  <a:lnTo>
                    <a:pt x="276541" y="63345"/>
                  </a:lnTo>
                  <a:lnTo>
                    <a:pt x="277044" y="64517"/>
                  </a:lnTo>
                  <a:lnTo>
                    <a:pt x="277546" y="65800"/>
                  </a:lnTo>
                  <a:lnTo>
                    <a:pt x="277992" y="67028"/>
                  </a:lnTo>
                  <a:lnTo>
                    <a:pt x="278383" y="68312"/>
                  </a:lnTo>
                  <a:lnTo>
                    <a:pt x="278774" y="69596"/>
                  </a:lnTo>
                  <a:lnTo>
                    <a:pt x="279109" y="70879"/>
                  </a:lnTo>
                  <a:lnTo>
                    <a:pt x="279388" y="72163"/>
                  </a:lnTo>
                  <a:lnTo>
                    <a:pt x="279667" y="73502"/>
                  </a:lnTo>
                  <a:lnTo>
                    <a:pt x="279890" y="74786"/>
                  </a:lnTo>
                  <a:lnTo>
                    <a:pt x="280057" y="76125"/>
                  </a:lnTo>
                  <a:lnTo>
                    <a:pt x="280225" y="77465"/>
                  </a:lnTo>
                  <a:lnTo>
                    <a:pt x="280281" y="78804"/>
                  </a:lnTo>
                  <a:lnTo>
                    <a:pt x="280392" y="80144"/>
                  </a:lnTo>
                  <a:lnTo>
                    <a:pt x="280392" y="81539"/>
                  </a:lnTo>
                  <a:lnTo>
                    <a:pt x="280392" y="82878"/>
                  </a:lnTo>
                  <a:lnTo>
                    <a:pt x="280336" y="84218"/>
                  </a:lnTo>
                  <a:lnTo>
                    <a:pt x="280225" y="85557"/>
                  </a:lnTo>
                  <a:lnTo>
                    <a:pt x="280057" y="86897"/>
                  </a:lnTo>
                  <a:lnTo>
                    <a:pt x="279890" y="88180"/>
                  </a:lnTo>
                  <a:lnTo>
                    <a:pt x="279667" y="89520"/>
                  </a:lnTo>
                  <a:lnTo>
                    <a:pt x="279388" y="90859"/>
                  </a:lnTo>
                  <a:lnTo>
                    <a:pt x="279053" y="92199"/>
                  </a:lnTo>
                  <a:lnTo>
                    <a:pt x="278662" y="93538"/>
                  </a:lnTo>
                  <a:lnTo>
                    <a:pt x="278271" y="94878"/>
                  </a:lnTo>
                  <a:lnTo>
                    <a:pt x="277825" y="96217"/>
                  </a:lnTo>
                  <a:lnTo>
                    <a:pt x="277323" y="97501"/>
                  </a:lnTo>
                  <a:lnTo>
                    <a:pt x="276820" y="98784"/>
                  </a:lnTo>
                  <a:lnTo>
                    <a:pt x="275704" y="101296"/>
                  </a:lnTo>
                  <a:lnTo>
                    <a:pt x="274532" y="103807"/>
                  </a:lnTo>
                  <a:lnTo>
                    <a:pt x="273248" y="106263"/>
                  </a:lnTo>
                  <a:lnTo>
                    <a:pt x="271909" y="108663"/>
                  </a:lnTo>
                  <a:lnTo>
                    <a:pt x="270514" y="111007"/>
                  </a:lnTo>
                  <a:lnTo>
                    <a:pt x="268393" y="114467"/>
                  </a:lnTo>
                  <a:lnTo>
                    <a:pt x="266216" y="117872"/>
                  </a:lnTo>
                  <a:lnTo>
                    <a:pt x="263984" y="121220"/>
                  </a:lnTo>
                  <a:lnTo>
                    <a:pt x="261696" y="124569"/>
                  </a:lnTo>
                  <a:lnTo>
                    <a:pt x="259352" y="127806"/>
                  </a:lnTo>
                  <a:lnTo>
                    <a:pt x="256952" y="131043"/>
                  </a:lnTo>
                  <a:lnTo>
                    <a:pt x="254496" y="134168"/>
                  </a:lnTo>
                  <a:lnTo>
                    <a:pt x="251929" y="137238"/>
                  </a:lnTo>
                  <a:lnTo>
                    <a:pt x="250366" y="139135"/>
                  </a:lnTo>
                  <a:lnTo>
                    <a:pt x="248748" y="140921"/>
                  </a:lnTo>
                  <a:lnTo>
                    <a:pt x="247073" y="142707"/>
                  </a:lnTo>
                  <a:lnTo>
                    <a:pt x="246180" y="143544"/>
                  </a:lnTo>
                  <a:lnTo>
                    <a:pt x="245287" y="144326"/>
                  </a:lnTo>
                  <a:lnTo>
                    <a:pt x="244394" y="145107"/>
                  </a:lnTo>
                  <a:lnTo>
                    <a:pt x="243446" y="145833"/>
                  </a:lnTo>
                  <a:lnTo>
                    <a:pt x="242497" y="146558"/>
                  </a:lnTo>
                  <a:lnTo>
                    <a:pt x="241548" y="147172"/>
                  </a:lnTo>
                  <a:lnTo>
                    <a:pt x="240543" y="147786"/>
                  </a:lnTo>
                  <a:lnTo>
                    <a:pt x="239539" y="148288"/>
                  </a:lnTo>
                  <a:lnTo>
                    <a:pt x="238478" y="148791"/>
                  </a:lnTo>
                  <a:lnTo>
                    <a:pt x="237418" y="149181"/>
                  </a:lnTo>
                  <a:lnTo>
                    <a:pt x="236246" y="149572"/>
                  </a:lnTo>
                  <a:lnTo>
                    <a:pt x="235074" y="149851"/>
                  </a:lnTo>
                  <a:lnTo>
                    <a:pt x="233846" y="150018"/>
                  </a:lnTo>
                  <a:lnTo>
                    <a:pt x="232674" y="150186"/>
                  </a:lnTo>
                  <a:lnTo>
                    <a:pt x="231446" y="150242"/>
                  </a:lnTo>
                  <a:lnTo>
                    <a:pt x="230274" y="150242"/>
                  </a:lnTo>
                  <a:lnTo>
                    <a:pt x="229046" y="150186"/>
                  </a:lnTo>
                  <a:lnTo>
                    <a:pt x="227819" y="150018"/>
                  </a:lnTo>
                  <a:lnTo>
                    <a:pt x="226647" y="149851"/>
                  </a:lnTo>
                  <a:lnTo>
                    <a:pt x="225419" y="149628"/>
                  </a:lnTo>
                  <a:lnTo>
                    <a:pt x="224247" y="149349"/>
                  </a:lnTo>
                  <a:lnTo>
                    <a:pt x="223019" y="149014"/>
                  </a:lnTo>
                  <a:lnTo>
                    <a:pt x="221847" y="148623"/>
                  </a:lnTo>
                  <a:lnTo>
                    <a:pt x="220675" y="148232"/>
                  </a:lnTo>
                  <a:lnTo>
                    <a:pt x="219503" y="147786"/>
                  </a:lnTo>
                  <a:lnTo>
                    <a:pt x="218387" y="147340"/>
                  </a:lnTo>
                  <a:lnTo>
                    <a:pt x="216154" y="146279"/>
                  </a:lnTo>
                  <a:lnTo>
                    <a:pt x="213922" y="145219"/>
                  </a:lnTo>
                  <a:lnTo>
                    <a:pt x="211689" y="144047"/>
                  </a:lnTo>
                  <a:lnTo>
                    <a:pt x="209513" y="142875"/>
                  </a:lnTo>
                  <a:lnTo>
                    <a:pt x="207280" y="141703"/>
                  </a:lnTo>
                  <a:lnTo>
                    <a:pt x="205104" y="140586"/>
                  </a:lnTo>
                  <a:lnTo>
                    <a:pt x="202871" y="139526"/>
                  </a:lnTo>
                  <a:lnTo>
                    <a:pt x="200639" y="138521"/>
                  </a:lnTo>
                  <a:lnTo>
                    <a:pt x="198574" y="137684"/>
                  </a:lnTo>
                  <a:lnTo>
                    <a:pt x="196565" y="137015"/>
                  </a:lnTo>
                  <a:lnTo>
                    <a:pt x="194500" y="136345"/>
                  </a:lnTo>
                  <a:lnTo>
                    <a:pt x="192435" y="135843"/>
                  </a:lnTo>
                  <a:lnTo>
                    <a:pt x="190314" y="135396"/>
                  </a:lnTo>
                  <a:lnTo>
                    <a:pt x="188249" y="135005"/>
                  </a:lnTo>
                  <a:lnTo>
                    <a:pt x="186128" y="134726"/>
                  </a:lnTo>
                  <a:lnTo>
                    <a:pt x="184007" y="134559"/>
                  </a:lnTo>
                  <a:lnTo>
                    <a:pt x="182333" y="134447"/>
                  </a:lnTo>
                  <a:lnTo>
                    <a:pt x="180715" y="134447"/>
                  </a:lnTo>
                  <a:lnTo>
                    <a:pt x="179040" y="134559"/>
                  </a:lnTo>
                  <a:lnTo>
                    <a:pt x="177422" y="134726"/>
                  </a:lnTo>
                  <a:lnTo>
                    <a:pt x="175859" y="135005"/>
                  </a:lnTo>
                  <a:lnTo>
                    <a:pt x="175022" y="135229"/>
                  </a:lnTo>
                  <a:lnTo>
                    <a:pt x="174241" y="135452"/>
                  </a:lnTo>
                  <a:lnTo>
                    <a:pt x="173515" y="135731"/>
                  </a:lnTo>
                  <a:lnTo>
                    <a:pt x="172734" y="136066"/>
                  </a:lnTo>
                  <a:lnTo>
                    <a:pt x="172008" y="136401"/>
                  </a:lnTo>
                  <a:lnTo>
                    <a:pt x="171227" y="136791"/>
                  </a:lnTo>
                  <a:lnTo>
                    <a:pt x="170501" y="137238"/>
                  </a:lnTo>
                  <a:lnTo>
                    <a:pt x="169720" y="137796"/>
                  </a:lnTo>
                  <a:lnTo>
                    <a:pt x="168994" y="138354"/>
                  </a:lnTo>
                  <a:lnTo>
                    <a:pt x="168325" y="138912"/>
                  </a:lnTo>
                  <a:lnTo>
                    <a:pt x="166929" y="140140"/>
                  </a:lnTo>
                  <a:lnTo>
                    <a:pt x="165590" y="141424"/>
                  </a:lnTo>
                  <a:lnTo>
                    <a:pt x="164195" y="142651"/>
                  </a:lnTo>
                  <a:lnTo>
                    <a:pt x="162855" y="143879"/>
                  </a:lnTo>
                  <a:lnTo>
                    <a:pt x="162130" y="144493"/>
                  </a:lnTo>
                  <a:lnTo>
                    <a:pt x="161404" y="145051"/>
                  </a:lnTo>
                  <a:lnTo>
                    <a:pt x="160679" y="145554"/>
                  </a:lnTo>
                  <a:lnTo>
                    <a:pt x="159897" y="146056"/>
                  </a:lnTo>
                  <a:lnTo>
                    <a:pt x="159172" y="146447"/>
                  </a:lnTo>
                  <a:lnTo>
                    <a:pt x="158390" y="146781"/>
                  </a:lnTo>
                  <a:lnTo>
                    <a:pt x="157609" y="147116"/>
                  </a:lnTo>
                  <a:lnTo>
                    <a:pt x="156828" y="147395"/>
                  </a:lnTo>
                  <a:lnTo>
                    <a:pt x="156046" y="147674"/>
                  </a:lnTo>
                  <a:lnTo>
                    <a:pt x="155209" y="147842"/>
                  </a:lnTo>
                  <a:lnTo>
                    <a:pt x="154428" y="148009"/>
                  </a:lnTo>
                  <a:lnTo>
                    <a:pt x="153591" y="148177"/>
                  </a:lnTo>
                  <a:lnTo>
                    <a:pt x="151916" y="148344"/>
                  </a:lnTo>
                  <a:lnTo>
                    <a:pt x="150242" y="148456"/>
                  </a:lnTo>
                  <a:lnTo>
                    <a:pt x="148568" y="148400"/>
                  </a:lnTo>
                  <a:lnTo>
                    <a:pt x="146893" y="148288"/>
                  </a:lnTo>
                  <a:lnTo>
                    <a:pt x="145331" y="148121"/>
                  </a:lnTo>
                  <a:lnTo>
                    <a:pt x="143824" y="147898"/>
                  </a:lnTo>
                  <a:lnTo>
                    <a:pt x="142261" y="147619"/>
                  </a:lnTo>
                  <a:lnTo>
                    <a:pt x="140698" y="147284"/>
                  </a:lnTo>
                  <a:lnTo>
                    <a:pt x="139192" y="146893"/>
                  </a:lnTo>
                  <a:lnTo>
                    <a:pt x="137685" y="146391"/>
                  </a:lnTo>
                  <a:lnTo>
                    <a:pt x="136178" y="145888"/>
                  </a:lnTo>
                  <a:lnTo>
                    <a:pt x="134727" y="145275"/>
                  </a:lnTo>
                  <a:lnTo>
                    <a:pt x="133276" y="144605"/>
                  </a:lnTo>
                  <a:lnTo>
                    <a:pt x="131825" y="143879"/>
                  </a:lnTo>
                  <a:lnTo>
                    <a:pt x="130485" y="143098"/>
                  </a:lnTo>
                  <a:lnTo>
                    <a:pt x="129090" y="142261"/>
                  </a:lnTo>
                  <a:lnTo>
                    <a:pt x="127806" y="141312"/>
                  </a:lnTo>
                  <a:lnTo>
                    <a:pt x="126523" y="140307"/>
                  </a:lnTo>
                  <a:lnTo>
                    <a:pt x="125295" y="139247"/>
                  </a:lnTo>
                  <a:lnTo>
                    <a:pt x="124067" y="138131"/>
                  </a:lnTo>
                  <a:lnTo>
                    <a:pt x="122951" y="136959"/>
                  </a:lnTo>
                  <a:lnTo>
                    <a:pt x="121834" y="135675"/>
                  </a:lnTo>
                  <a:lnTo>
                    <a:pt x="120830" y="134336"/>
                  </a:lnTo>
                  <a:lnTo>
                    <a:pt x="119881" y="132996"/>
                  </a:lnTo>
                  <a:lnTo>
                    <a:pt x="118988" y="131545"/>
                  </a:lnTo>
                  <a:lnTo>
                    <a:pt x="118151" y="130038"/>
                  </a:lnTo>
                  <a:lnTo>
                    <a:pt x="117370" y="128476"/>
                  </a:lnTo>
                  <a:lnTo>
                    <a:pt x="116700" y="126913"/>
                  </a:lnTo>
                  <a:lnTo>
                    <a:pt x="116086" y="125294"/>
                  </a:lnTo>
                  <a:lnTo>
                    <a:pt x="115584" y="123676"/>
                  </a:lnTo>
                  <a:lnTo>
                    <a:pt x="115137" y="122002"/>
                  </a:lnTo>
                  <a:lnTo>
                    <a:pt x="114802" y="120327"/>
                  </a:lnTo>
                  <a:lnTo>
                    <a:pt x="114579" y="118597"/>
                  </a:lnTo>
                  <a:lnTo>
                    <a:pt x="114412" y="116867"/>
                  </a:lnTo>
                  <a:lnTo>
                    <a:pt x="114356" y="115137"/>
                  </a:lnTo>
                  <a:lnTo>
                    <a:pt x="114412" y="113351"/>
                  </a:lnTo>
                  <a:lnTo>
                    <a:pt x="114523" y="112123"/>
                  </a:lnTo>
                  <a:lnTo>
                    <a:pt x="114691" y="110895"/>
                  </a:lnTo>
                  <a:lnTo>
                    <a:pt x="114858" y="109667"/>
                  </a:lnTo>
                  <a:lnTo>
                    <a:pt x="115137" y="108440"/>
                  </a:lnTo>
                  <a:lnTo>
                    <a:pt x="115416" y="107212"/>
                  </a:lnTo>
                  <a:lnTo>
                    <a:pt x="115695" y="106040"/>
                  </a:lnTo>
                  <a:lnTo>
                    <a:pt x="116421" y="103640"/>
                  </a:lnTo>
                  <a:lnTo>
                    <a:pt x="117202" y="101240"/>
                  </a:lnTo>
                  <a:lnTo>
                    <a:pt x="118095" y="98952"/>
                  </a:lnTo>
                  <a:lnTo>
                    <a:pt x="119937" y="94320"/>
                  </a:lnTo>
                  <a:lnTo>
                    <a:pt x="121667" y="90022"/>
                  </a:lnTo>
                  <a:lnTo>
                    <a:pt x="123341" y="85725"/>
                  </a:lnTo>
                  <a:lnTo>
                    <a:pt x="124960" y="81372"/>
                  </a:lnTo>
                  <a:lnTo>
                    <a:pt x="126467" y="77018"/>
                  </a:lnTo>
                  <a:lnTo>
                    <a:pt x="127862" y="72609"/>
                  </a:lnTo>
                  <a:lnTo>
                    <a:pt x="128532" y="70377"/>
                  </a:lnTo>
                  <a:lnTo>
                    <a:pt x="129146" y="68145"/>
                  </a:lnTo>
                  <a:lnTo>
                    <a:pt x="129704" y="65856"/>
                  </a:lnTo>
                  <a:lnTo>
                    <a:pt x="130262" y="63624"/>
                  </a:lnTo>
                  <a:lnTo>
                    <a:pt x="130764" y="61336"/>
                  </a:lnTo>
                  <a:lnTo>
                    <a:pt x="131211" y="59047"/>
                  </a:lnTo>
                  <a:lnTo>
                    <a:pt x="131825" y="55308"/>
                  </a:lnTo>
                  <a:lnTo>
                    <a:pt x="132438" y="51513"/>
                  </a:lnTo>
                  <a:lnTo>
                    <a:pt x="132997" y="47718"/>
                  </a:lnTo>
                  <a:lnTo>
                    <a:pt x="133610" y="43979"/>
                  </a:lnTo>
                  <a:lnTo>
                    <a:pt x="133945" y="42137"/>
                  </a:lnTo>
                  <a:lnTo>
                    <a:pt x="134336" y="40295"/>
                  </a:lnTo>
                  <a:lnTo>
                    <a:pt x="134782" y="38453"/>
                  </a:lnTo>
                  <a:lnTo>
                    <a:pt x="135285" y="36612"/>
                  </a:lnTo>
                  <a:lnTo>
                    <a:pt x="135787" y="34826"/>
                  </a:lnTo>
                  <a:lnTo>
                    <a:pt x="136401" y="33096"/>
                  </a:lnTo>
                  <a:lnTo>
                    <a:pt x="137071" y="31365"/>
                  </a:lnTo>
                  <a:lnTo>
                    <a:pt x="137852" y="29635"/>
                  </a:lnTo>
                  <a:lnTo>
                    <a:pt x="138299" y="28687"/>
                  </a:lnTo>
                  <a:lnTo>
                    <a:pt x="138857" y="27738"/>
                  </a:lnTo>
                  <a:lnTo>
                    <a:pt x="139415" y="26789"/>
                  </a:lnTo>
                  <a:lnTo>
                    <a:pt x="139973" y="25840"/>
                  </a:lnTo>
                  <a:lnTo>
                    <a:pt x="140587" y="24947"/>
                  </a:lnTo>
                  <a:lnTo>
                    <a:pt x="141201" y="24110"/>
                  </a:lnTo>
                  <a:lnTo>
                    <a:pt x="141870" y="23217"/>
                  </a:lnTo>
                  <a:lnTo>
                    <a:pt x="142540" y="22436"/>
                  </a:lnTo>
                  <a:lnTo>
                    <a:pt x="143210" y="21599"/>
                  </a:lnTo>
                  <a:lnTo>
                    <a:pt x="143935" y="20817"/>
                  </a:lnTo>
                  <a:lnTo>
                    <a:pt x="144717" y="20092"/>
                  </a:lnTo>
                  <a:lnTo>
                    <a:pt x="145442" y="19366"/>
                  </a:lnTo>
                  <a:lnTo>
                    <a:pt x="146224" y="18641"/>
                  </a:lnTo>
                  <a:lnTo>
                    <a:pt x="147061" y="17971"/>
                  </a:lnTo>
                  <a:lnTo>
                    <a:pt x="147898" y="17357"/>
                  </a:lnTo>
                  <a:lnTo>
                    <a:pt x="148735" y="16743"/>
                  </a:lnTo>
                  <a:lnTo>
                    <a:pt x="149572" y="16185"/>
                  </a:lnTo>
                  <a:lnTo>
                    <a:pt x="150465" y="15627"/>
                  </a:lnTo>
                  <a:lnTo>
                    <a:pt x="151358" y="15069"/>
                  </a:lnTo>
                  <a:lnTo>
                    <a:pt x="152251" y="14622"/>
                  </a:lnTo>
                  <a:lnTo>
                    <a:pt x="153144" y="14120"/>
                  </a:lnTo>
                  <a:lnTo>
                    <a:pt x="154093" y="13729"/>
                  </a:lnTo>
                  <a:lnTo>
                    <a:pt x="155042" y="13339"/>
                  </a:lnTo>
                  <a:lnTo>
                    <a:pt x="155990" y="12948"/>
                  </a:lnTo>
                  <a:lnTo>
                    <a:pt x="156939" y="12669"/>
                  </a:lnTo>
                  <a:lnTo>
                    <a:pt x="157888" y="12390"/>
                  </a:lnTo>
                  <a:lnTo>
                    <a:pt x="158893" y="12111"/>
                  </a:lnTo>
                  <a:lnTo>
                    <a:pt x="159841" y="11888"/>
                  </a:lnTo>
                  <a:lnTo>
                    <a:pt x="160846" y="11720"/>
                  </a:lnTo>
                  <a:lnTo>
                    <a:pt x="161851" y="11553"/>
                  </a:lnTo>
                  <a:lnTo>
                    <a:pt x="162855" y="11497"/>
                  </a:lnTo>
                  <a:lnTo>
                    <a:pt x="163860" y="11385"/>
                  </a:lnTo>
                  <a:close/>
                  <a:moveTo>
                    <a:pt x="184677" y="142428"/>
                  </a:moveTo>
                  <a:lnTo>
                    <a:pt x="185235" y="142484"/>
                  </a:lnTo>
                  <a:lnTo>
                    <a:pt x="185793" y="142540"/>
                  </a:lnTo>
                  <a:lnTo>
                    <a:pt x="186296" y="142707"/>
                  </a:lnTo>
                  <a:lnTo>
                    <a:pt x="186854" y="142875"/>
                  </a:lnTo>
                  <a:lnTo>
                    <a:pt x="187300" y="143098"/>
                  </a:lnTo>
                  <a:lnTo>
                    <a:pt x="187747" y="143377"/>
                  </a:lnTo>
                  <a:lnTo>
                    <a:pt x="188193" y="143712"/>
                  </a:lnTo>
                  <a:lnTo>
                    <a:pt x="188584" y="144103"/>
                  </a:lnTo>
                  <a:lnTo>
                    <a:pt x="188975" y="144493"/>
                  </a:lnTo>
                  <a:lnTo>
                    <a:pt x="189254" y="144884"/>
                  </a:lnTo>
                  <a:lnTo>
                    <a:pt x="189533" y="145330"/>
                  </a:lnTo>
                  <a:lnTo>
                    <a:pt x="189812" y="145833"/>
                  </a:lnTo>
                  <a:lnTo>
                    <a:pt x="189979" y="146335"/>
                  </a:lnTo>
                  <a:lnTo>
                    <a:pt x="190091" y="146893"/>
                  </a:lnTo>
                  <a:lnTo>
                    <a:pt x="190202" y="147451"/>
                  </a:lnTo>
                  <a:lnTo>
                    <a:pt x="190202" y="148009"/>
                  </a:lnTo>
                  <a:lnTo>
                    <a:pt x="190202" y="148567"/>
                  </a:lnTo>
                  <a:lnTo>
                    <a:pt x="190091" y="149125"/>
                  </a:lnTo>
                  <a:lnTo>
                    <a:pt x="189979" y="149628"/>
                  </a:lnTo>
                  <a:lnTo>
                    <a:pt x="189812" y="150186"/>
                  </a:lnTo>
                  <a:lnTo>
                    <a:pt x="189533" y="150632"/>
                  </a:lnTo>
                  <a:lnTo>
                    <a:pt x="189254" y="151079"/>
                  </a:lnTo>
                  <a:lnTo>
                    <a:pt x="188975" y="151525"/>
                  </a:lnTo>
                  <a:lnTo>
                    <a:pt x="188584" y="151916"/>
                  </a:lnTo>
                  <a:lnTo>
                    <a:pt x="188193" y="152307"/>
                  </a:lnTo>
                  <a:lnTo>
                    <a:pt x="187747" y="152586"/>
                  </a:lnTo>
                  <a:lnTo>
                    <a:pt x="187300" y="152865"/>
                  </a:lnTo>
                  <a:lnTo>
                    <a:pt x="186854" y="153144"/>
                  </a:lnTo>
                  <a:lnTo>
                    <a:pt x="186296" y="153311"/>
                  </a:lnTo>
                  <a:lnTo>
                    <a:pt x="185793" y="153423"/>
                  </a:lnTo>
                  <a:lnTo>
                    <a:pt x="185235" y="153534"/>
                  </a:lnTo>
                  <a:lnTo>
                    <a:pt x="184119" y="153534"/>
                  </a:lnTo>
                  <a:lnTo>
                    <a:pt x="183561" y="153423"/>
                  </a:lnTo>
                  <a:lnTo>
                    <a:pt x="183003" y="153311"/>
                  </a:lnTo>
                  <a:lnTo>
                    <a:pt x="182500" y="153144"/>
                  </a:lnTo>
                  <a:lnTo>
                    <a:pt x="181998" y="152865"/>
                  </a:lnTo>
                  <a:lnTo>
                    <a:pt x="181552" y="152586"/>
                  </a:lnTo>
                  <a:lnTo>
                    <a:pt x="181161" y="152307"/>
                  </a:lnTo>
                  <a:lnTo>
                    <a:pt x="180770" y="151916"/>
                  </a:lnTo>
                  <a:lnTo>
                    <a:pt x="180380" y="151525"/>
                  </a:lnTo>
                  <a:lnTo>
                    <a:pt x="180045" y="151079"/>
                  </a:lnTo>
                  <a:lnTo>
                    <a:pt x="179766" y="150632"/>
                  </a:lnTo>
                  <a:lnTo>
                    <a:pt x="179543" y="150186"/>
                  </a:lnTo>
                  <a:lnTo>
                    <a:pt x="179375" y="149628"/>
                  </a:lnTo>
                  <a:lnTo>
                    <a:pt x="179208" y="149125"/>
                  </a:lnTo>
                  <a:lnTo>
                    <a:pt x="179152" y="148567"/>
                  </a:lnTo>
                  <a:lnTo>
                    <a:pt x="179096" y="148009"/>
                  </a:lnTo>
                  <a:lnTo>
                    <a:pt x="179152" y="147451"/>
                  </a:lnTo>
                  <a:lnTo>
                    <a:pt x="179208" y="146893"/>
                  </a:lnTo>
                  <a:lnTo>
                    <a:pt x="179375" y="146335"/>
                  </a:lnTo>
                  <a:lnTo>
                    <a:pt x="179543" y="145833"/>
                  </a:lnTo>
                  <a:lnTo>
                    <a:pt x="179766" y="145330"/>
                  </a:lnTo>
                  <a:lnTo>
                    <a:pt x="180045" y="144884"/>
                  </a:lnTo>
                  <a:lnTo>
                    <a:pt x="180380" y="144493"/>
                  </a:lnTo>
                  <a:lnTo>
                    <a:pt x="180770" y="144103"/>
                  </a:lnTo>
                  <a:lnTo>
                    <a:pt x="181161" y="143712"/>
                  </a:lnTo>
                  <a:lnTo>
                    <a:pt x="181552" y="143377"/>
                  </a:lnTo>
                  <a:lnTo>
                    <a:pt x="181998" y="143098"/>
                  </a:lnTo>
                  <a:lnTo>
                    <a:pt x="182500" y="142875"/>
                  </a:lnTo>
                  <a:lnTo>
                    <a:pt x="183003" y="142707"/>
                  </a:lnTo>
                  <a:lnTo>
                    <a:pt x="183561" y="142540"/>
                  </a:lnTo>
                  <a:lnTo>
                    <a:pt x="184119" y="142484"/>
                  </a:lnTo>
                  <a:lnTo>
                    <a:pt x="184677" y="142428"/>
                  </a:ln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8"/>
            <p:cNvSpPr/>
            <p:nvPr/>
          </p:nvSpPr>
          <p:spPr>
            <a:xfrm>
              <a:off x="238125" y="848325"/>
              <a:ext cx="7143750" cy="4018350"/>
            </a:xfrm>
            <a:custGeom>
              <a:rect b="b" l="l" r="r" t="t"/>
              <a:pathLst>
                <a:path extrusionOk="0" h="160734" w="285750">
                  <a:moveTo>
                    <a:pt x="206722" y="15292"/>
                  </a:moveTo>
                  <a:lnTo>
                    <a:pt x="207057" y="15348"/>
                  </a:lnTo>
                  <a:lnTo>
                    <a:pt x="207671" y="15515"/>
                  </a:lnTo>
                  <a:lnTo>
                    <a:pt x="208229" y="15850"/>
                  </a:lnTo>
                  <a:lnTo>
                    <a:pt x="208731" y="16241"/>
                  </a:lnTo>
                  <a:lnTo>
                    <a:pt x="209122" y="16743"/>
                  </a:lnTo>
                  <a:lnTo>
                    <a:pt x="209457" y="17301"/>
                  </a:lnTo>
                  <a:lnTo>
                    <a:pt x="209624" y="17915"/>
                  </a:lnTo>
                  <a:lnTo>
                    <a:pt x="209680" y="18250"/>
                  </a:lnTo>
                  <a:lnTo>
                    <a:pt x="209736" y="18585"/>
                  </a:lnTo>
                  <a:lnTo>
                    <a:pt x="209680" y="18920"/>
                  </a:lnTo>
                  <a:lnTo>
                    <a:pt x="209624" y="19255"/>
                  </a:lnTo>
                  <a:lnTo>
                    <a:pt x="209457" y="19869"/>
                  </a:lnTo>
                  <a:lnTo>
                    <a:pt x="209122" y="20427"/>
                  </a:lnTo>
                  <a:lnTo>
                    <a:pt x="208731" y="20929"/>
                  </a:lnTo>
                  <a:lnTo>
                    <a:pt x="208229" y="21320"/>
                  </a:lnTo>
                  <a:lnTo>
                    <a:pt x="207671" y="21654"/>
                  </a:lnTo>
                  <a:lnTo>
                    <a:pt x="207057" y="21822"/>
                  </a:lnTo>
                  <a:lnTo>
                    <a:pt x="206722" y="21878"/>
                  </a:lnTo>
                  <a:lnTo>
                    <a:pt x="206053" y="21878"/>
                  </a:lnTo>
                  <a:lnTo>
                    <a:pt x="205718" y="21822"/>
                  </a:lnTo>
                  <a:lnTo>
                    <a:pt x="205104" y="21654"/>
                  </a:lnTo>
                  <a:lnTo>
                    <a:pt x="204546" y="21320"/>
                  </a:lnTo>
                  <a:lnTo>
                    <a:pt x="204043" y="20929"/>
                  </a:lnTo>
                  <a:lnTo>
                    <a:pt x="203653" y="20427"/>
                  </a:lnTo>
                  <a:lnTo>
                    <a:pt x="203374" y="19869"/>
                  </a:lnTo>
                  <a:lnTo>
                    <a:pt x="203150" y="19255"/>
                  </a:lnTo>
                  <a:lnTo>
                    <a:pt x="203095" y="18920"/>
                  </a:lnTo>
                  <a:lnTo>
                    <a:pt x="203095" y="18585"/>
                  </a:lnTo>
                  <a:lnTo>
                    <a:pt x="203095" y="18250"/>
                  </a:lnTo>
                  <a:lnTo>
                    <a:pt x="203150" y="17915"/>
                  </a:lnTo>
                  <a:lnTo>
                    <a:pt x="203374" y="17301"/>
                  </a:lnTo>
                  <a:lnTo>
                    <a:pt x="203653" y="16743"/>
                  </a:lnTo>
                  <a:lnTo>
                    <a:pt x="204043" y="16241"/>
                  </a:lnTo>
                  <a:lnTo>
                    <a:pt x="204546" y="15850"/>
                  </a:lnTo>
                  <a:lnTo>
                    <a:pt x="205104" y="15515"/>
                  </a:lnTo>
                  <a:lnTo>
                    <a:pt x="205718" y="15348"/>
                  </a:lnTo>
                  <a:lnTo>
                    <a:pt x="206053" y="15292"/>
                  </a:lnTo>
                  <a:close/>
                  <a:moveTo>
                    <a:pt x="255947" y="30138"/>
                  </a:moveTo>
                  <a:lnTo>
                    <a:pt x="256282" y="30193"/>
                  </a:lnTo>
                  <a:lnTo>
                    <a:pt x="256896" y="30417"/>
                  </a:lnTo>
                  <a:lnTo>
                    <a:pt x="257454" y="30696"/>
                  </a:lnTo>
                  <a:lnTo>
                    <a:pt x="257956" y="31086"/>
                  </a:lnTo>
                  <a:lnTo>
                    <a:pt x="258347" y="31589"/>
                  </a:lnTo>
                  <a:lnTo>
                    <a:pt x="258682" y="32147"/>
                  </a:lnTo>
                  <a:lnTo>
                    <a:pt x="258849" y="32761"/>
                  </a:lnTo>
                  <a:lnTo>
                    <a:pt x="258905" y="33096"/>
                  </a:lnTo>
                  <a:lnTo>
                    <a:pt x="258905" y="33430"/>
                  </a:lnTo>
                  <a:lnTo>
                    <a:pt x="258905" y="33765"/>
                  </a:lnTo>
                  <a:lnTo>
                    <a:pt x="258849" y="34100"/>
                  </a:lnTo>
                  <a:lnTo>
                    <a:pt x="258682" y="34714"/>
                  </a:lnTo>
                  <a:lnTo>
                    <a:pt x="258347" y="35328"/>
                  </a:lnTo>
                  <a:lnTo>
                    <a:pt x="257956" y="35774"/>
                  </a:lnTo>
                  <a:lnTo>
                    <a:pt x="257454" y="36221"/>
                  </a:lnTo>
                  <a:lnTo>
                    <a:pt x="256896" y="36500"/>
                  </a:lnTo>
                  <a:lnTo>
                    <a:pt x="256282" y="36723"/>
                  </a:lnTo>
                  <a:lnTo>
                    <a:pt x="255947" y="36723"/>
                  </a:lnTo>
                  <a:lnTo>
                    <a:pt x="255612" y="36779"/>
                  </a:lnTo>
                  <a:lnTo>
                    <a:pt x="255277" y="36723"/>
                  </a:lnTo>
                  <a:lnTo>
                    <a:pt x="254943" y="36723"/>
                  </a:lnTo>
                  <a:lnTo>
                    <a:pt x="254329" y="36500"/>
                  </a:lnTo>
                  <a:lnTo>
                    <a:pt x="253771" y="36221"/>
                  </a:lnTo>
                  <a:lnTo>
                    <a:pt x="253268" y="35774"/>
                  </a:lnTo>
                  <a:lnTo>
                    <a:pt x="252878" y="35328"/>
                  </a:lnTo>
                  <a:lnTo>
                    <a:pt x="252543" y="34714"/>
                  </a:lnTo>
                  <a:lnTo>
                    <a:pt x="252375" y="34100"/>
                  </a:lnTo>
                  <a:lnTo>
                    <a:pt x="252319" y="33765"/>
                  </a:lnTo>
                  <a:lnTo>
                    <a:pt x="252264" y="33430"/>
                  </a:lnTo>
                  <a:lnTo>
                    <a:pt x="252319" y="33096"/>
                  </a:lnTo>
                  <a:lnTo>
                    <a:pt x="252375" y="32761"/>
                  </a:lnTo>
                  <a:lnTo>
                    <a:pt x="252543" y="32147"/>
                  </a:lnTo>
                  <a:lnTo>
                    <a:pt x="252878" y="31589"/>
                  </a:lnTo>
                  <a:lnTo>
                    <a:pt x="253268" y="31086"/>
                  </a:lnTo>
                  <a:lnTo>
                    <a:pt x="253771" y="30696"/>
                  </a:lnTo>
                  <a:lnTo>
                    <a:pt x="254329" y="30417"/>
                  </a:lnTo>
                  <a:lnTo>
                    <a:pt x="254943" y="30193"/>
                  </a:lnTo>
                  <a:lnTo>
                    <a:pt x="255277" y="30138"/>
                  </a:lnTo>
                  <a:close/>
                  <a:moveTo>
                    <a:pt x="113463" y="32593"/>
                  </a:moveTo>
                  <a:lnTo>
                    <a:pt x="113798" y="32649"/>
                  </a:lnTo>
                  <a:lnTo>
                    <a:pt x="114412" y="32817"/>
                  </a:lnTo>
                  <a:lnTo>
                    <a:pt x="115026" y="33151"/>
                  </a:lnTo>
                  <a:lnTo>
                    <a:pt x="115472" y="33542"/>
                  </a:lnTo>
                  <a:lnTo>
                    <a:pt x="115919" y="34044"/>
                  </a:lnTo>
                  <a:lnTo>
                    <a:pt x="116198" y="34602"/>
                  </a:lnTo>
                  <a:lnTo>
                    <a:pt x="116365" y="35216"/>
                  </a:lnTo>
                  <a:lnTo>
                    <a:pt x="116421" y="35551"/>
                  </a:lnTo>
                  <a:lnTo>
                    <a:pt x="116477" y="35886"/>
                  </a:lnTo>
                  <a:lnTo>
                    <a:pt x="116421" y="36221"/>
                  </a:lnTo>
                  <a:lnTo>
                    <a:pt x="116365" y="36556"/>
                  </a:lnTo>
                  <a:lnTo>
                    <a:pt x="116198" y="37170"/>
                  </a:lnTo>
                  <a:lnTo>
                    <a:pt x="115919" y="37728"/>
                  </a:lnTo>
                  <a:lnTo>
                    <a:pt x="115472" y="38230"/>
                  </a:lnTo>
                  <a:lnTo>
                    <a:pt x="115026" y="38621"/>
                  </a:lnTo>
                  <a:lnTo>
                    <a:pt x="114412" y="38956"/>
                  </a:lnTo>
                  <a:lnTo>
                    <a:pt x="113798" y="39123"/>
                  </a:lnTo>
                  <a:lnTo>
                    <a:pt x="113463" y="39179"/>
                  </a:lnTo>
                  <a:lnTo>
                    <a:pt x="112793" y="39179"/>
                  </a:lnTo>
                  <a:lnTo>
                    <a:pt x="112458" y="39123"/>
                  </a:lnTo>
                  <a:lnTo>
                    <a:pt x="111844" y="38956"/>
                  </a:lnTo>
                  <a:lnTo>
                    <a:pt x="111286" y="38621"/>
                  </a:lnTo>
                  <a:lnTo>
                    <a:pt x="110784" y="38230"/>
                  </a:lnTo>
                  <a:lnTo>
                    <a:pt x="110393" y="37728"/>
                  </a:lnTo>
                  <a:lnTo>
                    <a:pt x="110114" y="37170"/>
                  </a:lnTo>
                  <a:lnTo>
                    <a:pt x="109891" y="36556"/>
                  </a:lnTo>
                  <a:lnTo>
                    <a:pt x="109835" y="36221"/>
                  </a:lnTo>
                  <a:lnTo>
                    <a:pt x="109835" y="35886"/>
                  </a:lnTo>
                  <a:lnTo>
                    <a:pt x="109835" y="35551"/>
                  </a:lnTo>
                  <a:lnTo>
                    <a:pt x="109891" y="35216"/>
                  </a:lnTo>
                  <a:lnTo>
                    <a:pt x="110114" y="34602"/>
                  </a:lnTo>
                  <a:lnTo>
                    <a:pt x="110393" y="34044"/>
                  </a:lnTo>
                  <a:lnTo>
                    <a:pt x="110784" y="33542"/>
                  </a:lnTo>
                  <a:lnTo>
                    <a:pt x="111286" y="33151"/>
                  </a:lnTo>
                  <a:lnTo>
                    <a:pt x="111844" y="32817"/>
                  </a:lnTo>
                  <a:lnTo>
                    <a:pt x="112458" y="32649"/>
                  </a:lnTo>
                  <a:lnTo>
                    <a:pt x="112793" y="32593"/>
                  </a:lnTo>
                  <a:close/>
                  <a:moveTo>
                    <a:pt x="120328" y="48611"/>
                  </a:moveTo>
                  <a:lnTo>
                    <a:pt x="120886" y="48722"/>
                  </a:lnTo>
                  <a:lnTo>
                    <a:pt x="121444" y="48834"/>
                  </a:lnTo>
                  <a:lnTo>
                    <a:pt x="121946" y="49057"/>
                  </a:lnTo>
                  <a:lnTo>
                    <a:pt x="122393" y="49281"/>
                  </a:lnTo>
                  <a:lnTo>
                    <a:pt x="122895" y="49560"/>
                  </a:lnTo>
                  <a:lnTo>
                    <a:pt x="123286" y="49895"/>
                  </a:lnTo>
                  <a:lnTo>
                    <a:pt x="123676" y="50229"/>
                  </a:lnTo>
                  <a:lnTo>
                    <a:pt x="124067" y="50620"/>
                  </a:lnTo>
                  <a:lnTo>
                    <a:pt x="124346" y="51067"/>
                  </a:lnTo>
                  <a:lnTo>
                    <a:pt x="124625" y="51513"/>
                  </a:lnTo>
                  <a:lnTo>
                    <a:pt x="124904" y="52015"/>
                  </a:lnTo>
                  <a:lnTo>
                    <a:pt x="125071" y="52518"/>
                  </a:lnTo>
                  <a:lnTo>
                    <a:pt x="125183" y="53020"/>
                  </a:lnTo>
                  <a:lnTo>
                    <a:pt x="125295" y="53578"/>
                  </a:lnTo>
                  <a:lnTo>
                    <a:pt x="125295" y="54136"/>
                  </a:lnTo>
                  <a:lnTo>
                    <a:pt x="125295" y="54750"/>
                  </a:lnTo>
                  <a:lnTo>
                    <a:pt x="125183" y="55252"/>
                  </a:lnTo>
                  <a:lnTo>
                    <a:pt x="125071" y="55810"/>
                  </a:lnTo>
                  <a:lnTo>
                    <a:pt x="124904" y="56313"/>
                  </a:lnTo>
                  <a:lnTo>
                    <a:pt x="124625" y="56815"/>
                  </a:lnTo>
                  <a:lnTo>
                    <a:pt x="124346" y="57261"/>
                  </a:lnTo>
                  <a:lnTo>
                    <a:pt x="124067" y="57708"/>
                  </a:lnTo>
                  <a:lnTo>
                    <a:pt x="123676" y="58099"/>
                  </a:lnTo>
                  <a:lnTo>
                    <a:pt x="123286" y="58434"/>
                  </a:lnTo>
                  <a:lnTo>
                    <a:pt x="122895" y="58768"/>
                  </a:lnTo>
                  <a:lnTo>
                    <a:pt x="122393" y="59047"/>
                  </a:lnTo>
                  <a:lnTo>
                    <a:pt x="121946" y="59271"/>
                  </a:lnTo>
                  <a:lnTo>
                    <a:pt x="121444" y="59438"/>
                  </a:lnTo>
                  <a:lnTo>
                    <a:pt x="120886" y="59606"/>
                  </a:lnTo>
                  <a:lnTo>
                    <a:pt x="120328" y="59661"/>
                  </a:lnTo>
                  <a:lnTo>
                    <a:pt x="119769" y="59717"/>
                  </a:lnTo>
                  <a:lnTo>
                    <a:pt x="119211" y="59661"/>
                  </a:lnTo>
                  <a:lnTo>
                    <a:pt x="118653" y="59606"/>
                  </a:lnTo>
                  <a:lnTo>
                    <a:pt x="118095" y="59438"/>
                  </a:lnTo>
                  <a:lnTo>
                    <a:pt x="117593" y="59271"/>
                  </a:lnTo>
                  <a:lnTo>
                    <a:pt x="117146" y="59047"/>
                  </a:lnTo>
                  <a:lnTo>
                    <a:pt x="116644" y="58768"/>
                  </a:lnTo>
                  <a:lnTo>
                    <a:pt x="116253" y="58434"/>
                  </a:lnTo>
                  <a:lnTo>
                    <a:pt x="115863" y="58099"/>
                  </a:lnTo>
                  <a:lnTo>
                    <a:pt x="115472" y="57708"/>
                  </a:lnTo>
                  <a:lnTo>
                    <a:pt x="115193" y="57261"/>
                  </a:lnTo>
                  <a:lnTo>
                    <a:pt x="114914" y="56815"/>
                  </a:lnTo>
                  <a:lnTo>
                    <a:pt x="114635" y="56313"/>
                  </a:lnTo>
                  <a:lnTo>
                    <a:pt x="114467" y="55810"/>
                  </a:lnTo>
                  <a:lnTo>
                    <a:pt x="114356" y="55252"/>
                  </a:lnTo>
                  <a:lnTo>
                    <a:pt x="114244" y="54750"/>
                  </a:lnTo>
                  <a:lnTo>
                    <a:pt x="114244" y="54136"/>
                  </a:lnTo>
                  <a:lnTo>
                    <a:pt x="114244" y="53578"/>
                  </a:lnTo>
                  <a:lnTo>
                    <a:pt x="114356" y="53020"/>
                  </a:lnTo>
                  <a:lnTo>
                    <a:pt x="114467" y="52518"/>
                  </a:lnTo>
                  <a:lnTo>
                    <a:pt x="114635" y="52015"/>
                  </a:lnTo>
                  <a:lnTo>
                    <a:pt x="114914" y="51513"/>
                  </a:lnTo>
                  <a:lnTo>
                    <a:pt x="115193" y="51067"/>
                  </a:lnTo>
                  <a:lnTo>
                    <a:pt x="115472" y="50620"/>
                  </a:lnTo>
                  <a:lnTo>
                    <a:pt x="115863" y="50229"/>
                  </a:lnTo>
                  <a:lnTo>
                    <a:pt x="116253" y="49895"/>
                  </a:lnTo>
                  <a:lnTo>
                    <a:pt x="116644" y="49560"/>
                  </a:lnTo>
                  <a:lnTo>
                    <a:pt x="117146" y="49281"/>
                  </a:lnTo>
                  <a:lnTo>
                    <a:pt x="117593" y="49057"/>
                  </a:lnTo>
                  <a:lnTo>
                    <a:pt x="118095" y="48834"/>
                  </a:lnTo>
                  <a:lnTo>
                    <a:pt x="118653" y="48722"/>
                  </a:lnTo>
                  <a:lnTo>
                    <a:pt x="119211" y="48611"/>
                  </a:lnTo>
                  <a:close/>
                  <a:moveTo>
                    <a:pt x="267109" y="134782"/>
                  </a:moveTo>
                  <a:lnTo>
                    <a:pt x="267667" y="134838"/>
                  </a:lnTo>
                  <a:lnTo>
                    <a:pt x="268226" y="134894"/>
                  </a:lnTo>
                  <a:lnTo>
                    <a:pt x="268728" y="135061"/>
                  </a:lnTo>
                  <a:lnTo>
                    <a:pt x="269286" y="135229"/>
                  </a:lnTo>
                  <a:lnTo>
                    <a:pt x="269732" y="135452"/>
                  </a:lnTo>
                  <a:lnTo>
                    <a:pt x="270235" y="135731"/>
                  </a:lnTo>
                  <a:lnTo>
                    <a:pt x="270625" y="136066"/>
                  </a:lnTo>
                  <a:lnTo>
                    <a:pt x="271016" y="136401"/>
                  </a:lnTo>
                  <a:lnTo>
                    <a:pt x="271407" y="136791"/>
                  </a:lnTo>
                  <a:lnTo>
                    <a:pt x="271686" y="137238"/>
                  </a:lnTo>
                  <a:lnTo>
                    <a:pt x="271965" y="137684"/>
                  </a:lnTo>
                  <a:lnTo>
                    <a:pt x="272244" y="138187"/>
                  </a:lnTo>
                  <a:lnTo>
                    <a:pt x="272411" y="138689"/>
                  </a:lnTo>
                  <a:lnTo>
                    <a:pt x="272523" y="139191"/>
                  </a:lnTo>
                  <a:lnTo>
                    <a:pt x="272635" y="139749"/>
                  </a:lnTo>
                  <a:lnTo>
                    <a:pt x="272635" y="140363"/>
                  </a:lnTo>
                  <a:lnTo>
                    <a:pt x="272635" y="140921"/>
                  </a:lnTo>
                  <a:lnTo>
                    <a:pt x="272523" y="141479"/>
                  </a:lnTo>
                  <a:lnTo>
                    <a:pt x="272411" y="141982"/>
                  </a:lnTo>
                  <a:lnTo>
                    <a:pt x="272244" y="142484"/>
                  </a:lnTo>
                  <a:lnTo>
                    <a:pt x="271965" y="142986"/>
                  </a:lnTo>
                  <a:lnTo>
                    <a:pt x="271686" y="143433"/>
                  </a:lnTo>
                  <a:lnTo>
                    <a:pt x="271407" y="143879"/>
                  </a:lnTo>
                  <a:lnTo>
                    <a:pt x="271016" y="144270"/>
                  </a:lnTo>
                  <a:lnTo>
                    <a:pt x="270625" y="144605"/>
                  </a:lnTo>
                  <a:lnTo>
                    <a:pt x="270235" y="144940"/>
                  </a:lnTo>
                  <a:lnTo>
                    <a:pt x="269732" y="145219"/>
                  </a:lnTo>
                  <a:lnTo>
                    <a:pt x="269286" y="145442"/>
                  </a:lnTo>
                  <a:lnTo>
                    <a:pt x="268728" y="145665"/>
                  </a:lnTo>
                  <a:lnTo>
                    <a:pt x="268226" y="145777"/>
                  </a:lnTo>
                  <a:lnTo>
                    <a:pt x="267667" y="145833"/>
                  </a:lnTo>
                  <a:lnTo>
                    <a:pt x="267109" y="145888"/>
                  </a:lnTo>
                  <a:lnTo>
                    <a:pt x="266551" y="145833"/>
                  </a:lnTo>
                  <a:lnTo>
                    <a:pt x="265993" y="145777"/>
                  </a:lnTo>
                  <a:lnTo>
                    <a:pt x="265435" y="145665"/>
                  </a:lnTo>
                  <a:lnTo>
                    <a:pt x="264933" y="145442"/>
                  </a:lnTo>
                  <a:lnTo>
                    <a:pt x="264430" y="145219"/>
                  </a:lnTo>
                  <a:lnTo>
                    <a:pt x="263984" y="144940"/>
                  </a:lnTo>
                  <a:lnTo>
                    <a:pt x="263593" y="144605"/>
                  </a:lnTo>
                  <a:lnTo>
                    <a:pt x="263203" y="144270"/>
                  </a:lnTo>
                  <a:lnTo>
                    <a:pt x="262812" y="143879"/>
                  </a:lnTo>
                  <a:lnTo>
                    <a:pt x="262477" y="143433"/>
                  </a:lnTo>
                  <a:lnTo>
                    <a:pt x="262198" y="142986"/>
                  </a:lnTo>
                  <a:lnTo>
                    <a:pt x="261975" y="142484"/>
                  </a:lnTo>
                  <a:lnTo>
                    <a:pt x="261807" y="141982"/>
                  </a:lnTo>
                  <a:lnTo>
                    <a:pt x="261640" y="141479"/>
                  </a:lnTo>
                  <a:lnTo>
                    <a:pt x="261584" y="140921"/>
                  </a:lnTo>
                  <a:lnTo>
                    <a:pt x="261528" y="140363"/>
                  </a:lnTo>
                  <a:lnTo>
                    <a:pt x="261584" y="139749"/>
                  </a:lnTo>
                  <a:lnTo>
                    <a:pt x="261640" y="139191"/>
                  </a:lnTo>
                  <a:lnTo>
                    <a:pt x="261807" y="138689"/>
                  </a:lnTo>
                  <a:lnTo>
                    <a:pt x="261975" y="138187"/>
                  </a:lnTo>
                  <a:lnTo>
                    <a:pt x="262198" y="137684"/>
                  </a:lnTo>
                  <a:lnTo>
                    <a:pt x="262477" y="137238"/>
                  </a:lnTo>
                  <a:lnTo>
                    <a:pt x="262812" y="136791"/>
                  </a:lnTo>
                  <a:lnTo>
                    <a:pt x="263203" y="136401"/>
                  </a:lnTo>
                  <a:lnTo>
                    <a:pt x="263593" y="136066"/>
                  </a:lnTo>
                  <a:lnTo>
                    <a:pt x="263984" y="135731"/>
                  </a:lnTo>
                  <a:lnTo>
                    <a:pt x="264430" y="135452"/>
                  </a:lnTo>
                  <a:lnTo>
                    <a:pt x="264933" y="135229"/>
                  </a:lnTo>
                  <a:lnTo>
                    <a:pt x="265435" y="135061"/>
                  </a:lnTo>
                  <a:lnTo>
                    <a:pt x="265993" y="134894"/>
                  </a:lnTo>
                  <a:lnTo>
                    <a:pt x="266551" y="134838"/>
                  </a:lnTo>
                  <a:lnTo>
                    <a:pt x="267109" y="134782"/>
                  </a:lnTo>
                  <a:close/>
                  <a:moveTo>
                    <a:pt x="165199" y="11385"/>
                  </a:moveTo>
                  <a:lnTo>
                    <a:pt x="166594" y="11441"/>
                  </a:lnTo>
                  <a:lnTo>
                    <a:pt x="167934" y="11497"/>
                  </a:lnTo>
                  <a:lnTo>
                    <a:pt x="169273" y="11664"/>
                  </a:lnTo>
                  <a:lnTo>
                    <a:pt x="170613" y="11888"/>
                  </a:lnTo>
                  <a:lnTo>
                    <a:pt x="171952" y="12167"/>
                  </a:lnTo>
                  <a:lnTo>
                    <a:pt x="173292" y="12446"/>
                  </a:lnTo>
                  <a:lnTo>
                    <a:pt x="174631" y="12781"/>
                  </a:lnTo>
                  <a:lnTo>
                    <a:pt x="175971" y="13171"/>
                  </a:lnTo>
                  <a:lnTo>
                    <a:pt x="177254" y="13618"/>
                  </a:lnTo>
                  <a:lnTo>
                    <a:pt x="179877" y="14567"/>
                  </a:lnTo>
                  <a:lnTo>
                    <a:pt x="182445" y="15627"/>
                  </a:lnTo>
                  <a:lnTo>
                    <a:pt x="185012" y="16743"/>
                  </a:lnTo>
                  <a:lnTo>
                    <a:pt x="186630" y="17469"/>
                  </a:lnTo>
                  <a:lnTo>
                    <a:pt x="188249" y="18306"/>
                  </a:lnTo>
                  <a:lnTo>
                    <a:pt x="189867" y="19143"/>
                  </a:lnTo>
                  <a:lnTo>
                    <a:pt x="191430" y="20036"/>
                  </a:lnTo>
                  <a:lnTo>
                    <a:pt x="194556" y="21822"/>
                  </a:lnTo>
                  <a:lnTo>
                    <a:pt x="197569" y="23719"/>
                  </a:lnTo>
                  <a:lnTo>
                    <a:pt x="203653" y="27570"/>
                  </a:lnTo>
                  <a:lnTo>
                    <a:pt x="206722" y="29468"/>
                  </a:lnTo>
                  <a:lnTo>
                    <a:pt x="209848" y="31254"/>
                  </a:lnTo>
                  <a:lnTo>
                    <a:pt x="211522" y="32147"/>
                  </a:lnTo>
                  <a:lnTo>
                    <a:pt x="213252" y="32872"/>
                  </a:lnTo>
                  <a:lnTo>
                    <a:pt x="215038" y="33598"/>
                  </a:lnTo>
                  <a:lnTo>
                    <a:pt x="216824" y="34156"/>
                  </a:lnTo>
                  <a:lnTo>
                    <a:pt x="218666" y="34658"/>
                  </a:lnTo>
                  <a:lnTo>
                    <a:pt x="220563" y="35105"/>
                  </a:lnTo>
                  <a:lnTo>
                    <a:pt x="222405" y="35551"/>
                  </a:lnTo>
                  <a:lnTo>
                    <a:pt x="224303" y="35886"/>
                  </a:lnTo>
                  <a:lnTo>
                    <a:pt x="228098" y="36500"/>
                  </a:lnTo>
                  <a:lnTo>
                    <a:pt x="231949" y="37002"/>
                  </a:lnTo>
                  <a:lnTo>
                    <a:pt x="235688" y="37560"/>
                  </a:lnTo>
                  <a:lnTo>
                    <a:pt x="237530" y="37895"/>
                  </a:lnTo>
                  <a:lnTo>
                    <a:pt x="239316" y="38230"/>
                  </a:lnTo>
                  <a:lnTo>
                    <a:pt x="241269" y="38621"/>
                  </a:lnTo>
                  <a:lnTo>
                    <a:pt x="243278" y="39067"/>
                  </a:lnTo>
                  <a:lnTo>
                    <a:pt x="245232" y="39570"/>
                  </a:lnTo>
                  <a:lnTo>
                    <a:pt x="247185" y="40072"/>
                  </a:lnTo>
                  <a:lnTo>
                    <a:pt x="249138" y="40686"/>
                  </a:lnTo>
                  <a:lnTo>
                    <a:pt x="251092" y="41300"/>
                  </a:lnTo>
                  <a:lnTo>
                    <a:pt x="252989" y="41969"/>
                  </a:lnTo>
                  <a:lnTo>
                    <a:pt x="254887" y="42751"/>
                  </a:lnTo>
                  <a:lnTo>
                    <a:pt x="256729" y="43588"/>
                  </a:lnTo>
                  <a:lnTo>
                    <a:pt x="258570" y="44481"/>
                  </a:lnTo>
                  <a:lnTo>
                    <a:pt x="260356" y="45430"/>
                  </a:lnTo>
                  <a:lnTo>
                    <a:pt x="262086" y="46490"/>
                  </a:lnTo>
                  <a:lnTo>
                    <a:pt x="263761" y="47606"/>
                  </a:lnTo>
                  <a:lnTo>
                    <a:pt x="265435" y="48890"/>
                  </a:lnTo>
                  <a:lnTo>
                    <a:pt x="266998" y="50174"/>
                  </a:lnTo>
                  <a:lnTo>
                    <a:pt x="268560" y="51625"/>
                  </a:lnTo>
                  <a:lnTo>
                    <a:pt x="269453" y="52518"/>
                  </a:lnTo>
                  <a:lnTo>
                    <a:pt x="270290" y="53466"/>
                  </a:lnTo>
                  <a:lnTo>
                    <a:pt x="271128" y="54471"/>
                  </a:lnTo>
                  <a:lnTo>
                    <a:pt x="271909" y="55476"/>
                  </a:lnTo>
                  <a:lnTo>
                    <a:pt x="272690" y="56536"/>
                  </a:lnTo>
                  <a:lnTo>
                    <a:pt x="273416" y="57596"/>
                  </a:lnTo>
                  <a:lnTo>
                    <a:pt x="274086" y="58657"/>
                  </a:lnTo>
                  <a:lnTo>
                    <a:pt x="274755" y="59829"/>
                  </a:lnTo>
                  <a:lnTo>
                    <a:pt x="275369" y="60945"/>
                  </a:lnTo>
                  <a:lnTo>
                    <a:pt x="275983" y="62117"/>
                  </a:lnTo>
                  <a:lnTo>
                    <a:pt x="276541" y="63345"/>
                  </a:lnTo>
                  <a:lnTo>
                    <a:pt x="277044" y="64517"/>
                  </a:lnTo>
                  <a:lnTo>
                    <a:pt x="277546" y="65800"/>
                  </a:lnTo>
                  <a:lnTo>
                    <a:pt x="277992" y="67028"/>
                  </a:lnTo>
                  <a:lnTo>
                    <a:pt x="278383" y="68312"/>
                  </a:lnTo>
                  <a:lnTo>
                    <a:pt x="278774" y="69596"/>
                  </a:lnTo>
                  <a:lnTo>
                    <a:pt x="279109" y="70879"/>
                  </a:lnTo>
                  <a:lnTo>
                    <a:pt x="279388" y="72163"/>
                  </a:lnTo>
                  <a:lnTo>
                    <a:pt x="279667" y="73502"/>
                  </a:lnTo>
                  <a:lnTo>
                    <a:pt x="279890" y="74786"/>
                  </a:lnTo>
                  <a:lnTo>
                    <a:pt x="280057" y="76125"/>
                  </a:lnTo>
                  <a:lnTo>
                    <a:pt x="280225" y="77465"/>
                  </a:lnTo>
                  <a:lnTo>
                    <a:pt x="280281" y="78804"/>
                  </a:lnTo>
                  <a:lnTo>
                    <a:pt x="280392" y="80144"/>
                  </a:lnTo>
                  <a:lnTo>
                    <a:pt x="280392" y="81539"/>
                  </a:lnTo>
                  <a:lnTo>
                    <a:pt x="280392" y="82878"/>
                  </a:lnTo>
                  <a:lnTo>
                    <a:pt x="280336" y="84218"/>
                  </a:lnTo>
                  <a:lnTo>
                    <a:pt x="280225" y="85557"/>
                  </a:lnTo>
                  <a:lnTo>
                    <a:pt x="280057" y="86897"/>
                  </a:lnTo>
                  <a:lnTo>
                    <a:pt x="279890" y="88180"/>
                  </a:lnTo>
                  <a:lnTo>
                    <a:pt x="279667" y="89520"/>
                  </a:lnTo>
                  <a:lnTo>
                    <a:pt x="279388" y="90859"/>
                  </a:lnTo>
                  <a:lnTo>
                    <a:pt x="279053" y="92199"/>
                  </a:lnTo>
                  <a:lnTo>
                    <a:pt x="278662" y="93538"/>
                  </a:lnTo>
                  <a:lnTo>
                    <a:pt x="278271" y="94878"/>
                  </a:lnTo>
                  <a:lnTo>
                    <a:pt x="277825" y="96217"/>
                  </a:lnTo>
                  <a:lnTo>
                    <a:pt x="277323" y="97501"/>
                  </a:lnTo>
                  <a:lnTo>
                    <a:pt x="276820" y="98784"/>
                  </a:lnTo>
                  <a:lnTo>
                    <a:pt x="275704" y="101296"/>
                  </a:lnTo>
                  <a:lnTo>
                    <a:pt x="274532" y="103807"/>
                  </a:lnTo>
                  <a:lnTo>
                    <a:pt x="273248" y="106263"/>
                  </a:lnTo>
                  <a:lnTo>
                    <a:pt x="271909" y="108663"/>
                  </a:lnTo>
                  <a:lnTo>
                    <a:pt x="270514" y="111007"/>
                  </a:lnTo>
                  <a:lnTo>
                    <a:pt x="268393" y="114467"/>
                  </a:lnTo>
                  <a:lnTo>
                    <a:pt x="266216" y="117872"/>
                  </a:lnTo>
                  <a:lnTo>
                    <a:pt x="263984" y="121220"/>
                  </a:lnTo>
                  <a:lnTo>
                    <a:pt x="261696" y="124569"/>
                  </a:lnTo>
                  <a:lnTo>
                    <a:pt x="259352" y="127806"/>
                  </a:lnTo>
                  <a:lnTo>
                    <a:pt x="256952" y="131043"/>
                  </a:lnTo>
                  <a:lnTo>
                    <a:pt x="254496" y="134168"/>
                  </a:lnTo>
                  <a:lnTo>
                    <a:pt x="251929" y="137238"/>
                  </a:lnTo>
                  <a:lnTo>
                    <a:pt x="250366" y="139135"/>
                  </a:lnTo>
                  <a:lnTo>
                    <a:pt x="248748" y="140921"/>
                  </a:lnTo>
                  <a:lnTo>
                    <a:pt x="247073" y="142707"/>
                  </a:lnTo>
                  <a:lnTo>
                    <a:pt x="246180" y="143544"/>
                  </a:lnTo>
                  <a:lnTo>
                    <a:pt x="245287" y="144326"/>
                  </a:lnTo>
                  <a:lnTo>
                    <a:pt x="244394" y="145107"/>
                  </a:lnTo>
                  <a:lnTo>
                    <a:pt x="243446" y="145833"/>
                  </a:lnTo>
                  <a:lnTo>
                    <a:pt x="242497" y="146558"/>
                  </a:lnTo>
                  <a:lnTo>
                    <a:pt x="241548" y="147172"/>
                  </a:lnTo>
                  <a:lnTo>
                    <a:pt x="240543" y="147786"/>
                  </a:lnTo>
                  <a:lnTo>
                    <a:pt x="239539" y="148288"/>
                  </a:lnTo>
                  <a:lnTo>
                    <a:pt x="238478" y="148791"/>
                  </a:lnTo>
                  <a:lnTo>
                    <a:pt x="237418" y="149181"/>
                  </a:lnTo>
                  <a:lnTo>
                    <a:pt x="236246" y="149572"/>
                  </a:lnTo>
                  <a:lnTo>
                    <a:pt x="235074" y="149851"/>
                  </a:lnTo>
                  <a:lnTo>
                    <a:pt x="233846" y="150018"/>
                  </a:lnTo>
                  <a:lnTo>
                    <a:pt x="232674" y="150186"/>
                  </a:lnTo>
                  <a:lnTo>
                    <a:pt x="231446" y="150242"/>
                  </a:lnTo>
                  <a:lnTo>
                    <a:pt x="230274" y="150242"/>
                  </a:lnTo>
                  <a:lnTo>
                    <a:pt x="229046" y="150186"/>
                  </a:lnTo>
                  <a:lnTo>
                    <a:pt x="227819" y="150018"/>
                  </a:lnTo>
                  <a:lnTo>
                    <a:pt x="226647" y="149851"/>
                  </a:lnTo>
                  <a:lnTo>
                    <a:pt x="225419" y="149628"/>
                  </a:lnTo>
                  <a:lnTo>
                    <a:pt x="224247" y="149349"/>
                  </a:lnTo>
                  <a:lnTo>
                    <a:pt x="223019" y="149014"/>
                  </a:lnTo>
                  <a:lnTo>
                    <a:pt x="221847" y="148623"/>
                  </a:lnTo>
                  <a:lnTo>
                    <a:pt x="220675" y="148232"/>
                  </a:lnTo>
                  <a:lnTo>
                    <a:pt x="219503" y="147786"/>
                  </a:lnTo>
                  <a:lnTo>
                    <a:pt x="218387" y="147340"/>
                  </a:lnTo>
                  <a:lnTo>
                    <a:pt x="216154" y="146279"/>
                  </a:lnTo>
                  <a:lnTo>
                    <a:pt x="213922" y="145219"/>
                  </a:lnTo>
                  <a:lnTo>
                    <a:pt x="211689" y="144047"/>
                  </a:lnTo>
                  <a:lnTo>
                    <a:pt x="209513" y="142875"/>
                  </a:lnTo>
                  <a:lnTo>
                    <a:pt x="207280" y="141703"/>
                  </a:lnTo>
                  <a:lnTo>
                    <a:pt x="205104" y="140586"/>
                  </a:lnTo>
                  <a:lnTo>
                    <a:pt x="202871" y="139526"/>
                  </a:lnTo>
                  <a:lnTo>
                    <a:pt x="200639" y="138521"/>
                  </a:lnTo>
                  <a:lnTo>
                    <a:pt x="198574" y="137684"/>
                  </a:lnTo>
                  <a:lnTo>
                    <a:pt x="196565" y="137015"/>
                  </a:lnTo>
                  <a:lnTo>
                    <a:pt x="194500" y="136345"/>
                  </a:lnTo>
                  <a:lnTo>
                    <a:pt x="192435" y="135843"/>
                  </a:lnTo>
                  <a:lnTo>
                    <a:pt x="190314" y="135396"/>
                  </a:lnTo>
                  <a:lnTo>
                    <a:pt x="188249" y="135005"/>
                  </a:lnTo>
                  <a:lnTo>
                    <a:pt x="186128" y="134726"/>
                  </a:lnTo>
                  <a:lnTo>
                    <a:pt x="184007" y="134559"/>
                  </a:lnTo>
                  <a:lnTo>
                    <a:pt x="182333" y="134447"/>
                  </a:lnTo>
                  <a:lnTo>
                    <a:pt x="180715" y="134447"/>
                  </a:lnTo>
                  <a:lnTo>
                    <a:pt x="179040" y="134559"/>
                  </a:lnTo>
                  <a:lnTo>
                    <a:pt x="177422" y="134726"/>
                  </a:lnTo>
                  <a:lnTo>
                    <a:pt x="175859" y="135005"/>
                  </a:lnTo>
                  <a:lnTo>
                    <a:pt x="175022" y="135229"/>
                  </a:lnTo>
                  <a:lnTo>
                    <a:pt x="174241" y="135452"/>
                  </a:lnTo>
                  <a:lnTo>
                    <a:pt x="173515" y="135731"/>
                  </a:lnTo>
                  <a:lnTo>
                    <a:pt x="172734" y="136066"/>
                  </a:lnTo>
                  <a:lnTo>
                    <a:pt x="172008" y="136401"/>
                  </a:lnTo>
                  <a:lnTo>
                    <a:pt x="171227" y="136791"/>
                  </a:lnTo>
                  <a:lnTo>
                    <a:pt x="170501" y="137238"/>
                  </a:lnTo>
                  <a:lnTo>
                    <a:pt x="169720" y="137796"/>
                  </a:lnTo>
                  <a:lnTo>
                    <a:pt x="168994" y="138354"/>
                  </a:lnTo>
                  <a:lnTo>
                    <a:pt x="168325" y="138912"/>
                  </a:lnTo>
                  <a:lnTo>
                    <a:pt x="166929" y="140140"/>
                  </a:lnTo>
                  <a:lnTo>
                    <a:pt x="165590" y="141424"/>
                  </a:lnTo>
                  <a:lnTo>
                    <a:pt x="164195" y="142651"/>
                  </a:lnTo>
                  <a:lnTo>
                    <a:pt x="162855" y="143879"/>
                  </a:lnTo>
                  <a:lnTo>
                    <a:pt x="162130" y="144493"/>
                  </a:lnTo>
                  <a:lnTo>
                    <a:pt x="161404" y="145051"/>
                  </a:lnTo>
                  <a:lnTo>
                    <a:pt x="160679" y="145554"/>
                  </a:lnTo>
                  <a:lnTo>
                    <a:pt x="159897" y="146056"/>
                  </a:lnTo>
                  <a:lnTo>
                    <a:pt x="159172" y="146447"/>
                  </a:lnTo>
                  <a:lnTo>
                    <a:pt x="158390" y="146781"/>
                  </a:lnTo>
                  <a:lnTo>
                    <a:pt x="157609" y="147116"/>
                  </a:lnTo>
                  <a:lnTo>
                    <a:pt x="156828" y="147395"/>
                  </a:lnTo>
                  <a:lnTo>
                    <a:pt x="156046" y="147674"/>
                  </a:lnTo>
                  <a:lnTo>
                    <a:pt x="155209" y="147842"/>
                  </a:lnTo>
                  <a:lnTo>
                    <a:pt x="154428" y="148009"/>
                  </a:lnTo>
                  <a:lnTo>
                    <a:pt x="153591" y="148177"/>
                  </a:lnTo>
                  <a:lnTo>
                    <a:pt x="151916" y="148344"/>
                  </a:lnTo>
                  <a:lnTo>
                    <a:pt x="150242" y="148456"/>
                  </a:lnTo>
                  <a:lnTo>
                    <a:pt x="148568" y="148400"/>
                  </a:lnTo>
                  <a:lnTo>
                    <a:pt x="146893" y="148288"/>
                  </a:lnTo>
                  <a:lnTo>
                    <a:pt x="145331" y="148121"/>
                  </a:lnTo>
                  <a:lnTo>
                    <a:pt x="143824" y="147898"/>
                  </a:lnTo>
                  <a:lnTo>
                    <a:pt x="142261" y="147619"/>
                  </a:lnTo>
                  <a:lnTo>
                    <a:pt x="140698" y="147284"/>
                  </a:lnTo>
                  <a:lnTo>
                    <a:pt x="139192" y="146893"/>
                  </a:lnTo>
                  <a:lnTo>
                    <a:pt x="137685" y="146391"/>
                  </a:lnTo>
                  <a:lnTo>
                    <a:pt x="136178" y="145888"/>
                  </a:lnTo>
                  <a:lnTo>
                    <a:pt x="134727" y="145275"/>
                  </a:lnTo>
                  <a:lnTo>
                    <a:pt x="133276" y="144605"/>
                  </a:lnTo>
                  <a:lnTo>
                    <a:pt x="131825" y="143879"/>
                  </a:lnTo>
                  <a:lnTo>
                    <a:pt x="130485" y="143098"/>
                  </a:lnTo>
                  <a:lnTo>
                    <a:pt x="129090" y="142261"/>
                  </a:lnTo>
                  <a:lnTo>
                    <a:pt x="127806" y="141312"/>
                  </a:lnTo>
                  <a:lnTo>
                    <a:pt x="126523" y="140307"/>
                  </a:lnTo>
                  <a:lnTo>
                    <a:pt x="125295" y="139247"/>
                  </a:lnTo>
                  <a:lnTo>
                    <a:pt x="124067" y="138131"/>
                  </a:lnTo>
                  <a:lnTo>
                    <a:pt x="122951" y="136959"/>
                  </a:lnTo>
                  <a:lnTo>
                    <a:pt x="121834" y="135675"/>
                  </a:lnTo>
                  <a:lnTo>
                    <a:pt x="120830" y="134336"/>
                  </a:lnTo>
                  <a:lnTo>
                    <a:pt x="119881" y="132996"/>
                  </a:lnTo>
                  <a:lnTo>
                    <a:pt x="118988" y="131545"/>
                  </a:lnTo>
                  <a:lnTo>
                    <a:pt x="118151" y="130038"/>
                  </a:lnTo>
                  <a:lnTo>
                    <a:pt x="117370" y="128476"/>
                  </a:lnTo>
                  <a:lnTo>
                    <a:pt x="116700" y="126913"/>
                  </a:lnTo>
                  <a:lnTo>
                    <a:pt x="116086" y="125294"/>
                  </a:lnTo>
                  <a:lnTo>
                    <a:pt x="115584" y="123676"/>
                  </a:lnTo>
                  <a:lnTo>
                    <a:pt x="115137" y="122002"/>
                  </a:lnTo>
                  <a:lnTo>
                    <a:pt x="114802" y="120327"/>
                  </a:lnTo>
                  <a:lnTo>
                    <a:pt x="114579" y="118597"/>
                  </a:lnTo>
                  <a:lnTo>
                    <a:pt x="114412" y="116867"/>
                  </a:lnTo>
                  <a:lnTo>
                    <a:pt x="114356" y="115137"/>
                  </a:lnTo>
                  <a:lnTo>
                    <a:pt x="114412" y="113351"/>
                  </a:lnTo>
                  <a:lnTo>
                    <a:pt x="114523" y="112123"/>
                  </a:lnTo>
                  <a:lnTo>
                    <a:pt x="114691" y="110895"/>
                  </a:lnTo>
                  <a:lnTo>
                    <a:pt x="114858" y="109667"/>
                  </a:lnTo>
                  <a:lnTo>
                    <a:pt x="115137" y="108440"/>
                  </a:lnTo>
                  <a:lnTo>
                    <a:pt x="115416" y="107212"/>
                  </a:lnTo>
                  <a:lnTo>
                    <a:pt x="115695" y="106040"/>
                  </a:lnTo>
                  <a:lnTo>
                    <a:pt x="116421" y="103640"/>
                  </a:lnTo>
                  <a:lnTo>
                    <a:pt x="117202" y="101240"/>
                  </a:lnTo>
                  <a:lnTo>
                    <a:pt x="118095" y="98952"/>
                  </a:lnTo>
                  <a:lnTo>
                    <a:pt x="119937" y="94320"/>
                  </a:lnTo>
                  <a:lnTo>
                    <a:pt x="121667" y="90022"/>
                  </a:lnTo>
                  <a:lnTo>
                    <a:pt x="123341" y="85725"/>
                  </a:lnTo>
                  <a:lnTo>
                    <a:pt x="124960" y="81372"/>
                  </a:lnTo>
                  <a:lnTo>
                    <a:pt x="126467" y="77018"/>
                  </a:lnTo>
                  <a:lnTo>
                    <a:pt x="127862" y="72609"/>
                  </a:lnTo>
                  <a:lnTo>
                    <a:pt x="128532" y="70377"/>
                  </a:lnTo>
                  <a:lnTo>
                    <a:pt x="129146" y="68145"/>
                  </a:lnTo>
                  <a:lnTo>
                    <a:pt x="129704" y="65856"/>
                  </a:lnTo>
                  <a:lnTo>
                    <a:pt x="130262" y="63624"/>
                  </a:lnTo>
                  <a:lnTo>
                    <a:pt x="130764" y="61336"/>
                  </a:lnTo>
                  <a:lnTo>
                    <a:pt x="131211" y="59047"/>
                  </a:lnTo>
                  <a:lnTo>
                    <a:pt x="131825" y="55308"/>
                  </a:lnTo>
                  <a:lnTo>
                    <a:pt x="132438" y="51513"/>
                  </a:lnTo>
                  <a:lnTo>
                    <a:pt x="132997" y="47718"/>
                  </a:lnTo>
                  <a:lnTo>
                    <a:pt x="133610" y="43979"/>
                  </a:lnTo>
                  <a:lnTo>
                    <a:pt x="133945" y="42137"/>
                  </a:lnTo>
                  <a:lnTo>
                    <a:pt x="134336" y="40295"/>
                  </a:lnTo>
                  <a:lnTo>
                    <a:pt x="134782" y="38453"/>
                  </a:lnTo>
                  <a:lnTo>
                    <a:pt x="135285" y="36612"/>
                  </a:lnTo>
                  <a:lnTo>
                    <a:pt x="135787" y="34826"/>
                  </a:lnTo>
                  <a:lnTo>
                    <a:pt x="136401" y="33096"/>
                  </a:lnTo>
                  <a:lnTo>
                    <a:pt x="137071" y="31365"/>
                  </a:lnTo>
                  <a:lnTo>
                    <a:pt x="137852" y="29635"/>
                  </a:lnTo>
                  <a:lnTo>
                    <a:pt x="138299" y="28687"/>
                  </a:lnTo>
                  <a:lnTo>
                    <a:pt x="138857" y="27738"/>
                  </a:lnTo>
                  <a:lnTo>
                    <a:pt x="139415" y="26789"/>
                  </a:lnTo>
                  <a:lnTo>
                    <a:pt x="139973" y="25840"/>
                  </a:lnTo>
                  <a:lnTo>
                    <a:pt x="140587" y="24947"/>
                  </a:lnTo>
                  <a:lnTo>
                    <a:pt x="141201" y="24110"/>
                  </a:lnTo>
                  <a:lnTo>
                    <a:pt x="141870" y="23217"/>
                  </a:lnTo>
                  <a:lnTo>
                    <a:pt x="142540" y="22436"/>
                  </a:lnTo>
                  <a:lnTo>
                    <a:pt x="143210" y="21599"/>
                  </a:lnTo>
                  <a:lnTo>
                    <a:pt x="143935" y="20817"/>
                  </a:lnTo>
                  <a:lnTo>
                    <a:pt x="144717" y="20092"/>
                  </a:lnTo>
                  <a:lnTo>
                    <a:pt x="145442" y="19366"/>
                  </a:lnTo>
                  <a:lnTo>
                    <a:pt x="146224" y="18641"/>
                  </a:lnTo>
                  <a:lnTo>
                    <a:pt x="147061" y="17971"/>
                  </a:lnTo>
                  <a:lnTo>
                    <a:pt x="147898" y="17357"/>
                  </a:lnTo>
                  <a:lnTo>
                    <a:pt x="148735" y="16743"/>
                  </a:lnTo>
                  <a:lnTo>
                    <a:pt x="149572" y="16185"/>
                  </a:lnTo>
                  <a:lnTo>
                    <a:pt x="150465" y="15627"/>
                  </a:lnTo>
                  <a:lnTo>
                    <a:pt x="151358" y="15069"/>
                  </a:lnTo>
                  <a:lnTo>
                    <a:pt x="152251" y="14622"/>
                  </a:lnTo>
                  <a:lnTo>
                    <a:pt x="153144" y="14120"/>
                  </a:lnTo>
                  <a:lnTo>
                    <a:pt x="154093" y="13729"/>
                  </a:lnTo>
                  <a:lnTo>
                    <a:pt x="155042" y="13339"/>
                  </a:lnTo>
                  <a:lnTo>
                    <a:pt x="155990" y="12948"/>
                  </a:lnTo>
                  <a:lnTo>
                    <a:pt x="156939" y="12669"/>
                  </a:lnTo>
                  <a:lnTo>
                    <a:pt x="157888" y="12390"/>
                  </a:lnTo>
                  <a:lnTo>
                    <a:pt x="158893" y="12111"/>
                  </a:lnTo>
                  <a:lnTo>
                    <a:pt x="159841" y="11888"/>
                  </a:lnTo>
                  <a:lnTo>
                    <a:pt x="160846" y="11720"/>
                  </a:lnTo>
                  <a:lnTo>
                    <a:pt x="161851" y="11553"/>
                  </a:lnTo>
                  <a:lnTo>
                    <a:pt x="162855" y="11497"/>
                  </a:lnTo>
                  <a:lnTo>
                    <a:pt x="163860" y="11385"/>
                  </a:lnTo>
                  <a:close/>
                  <a:moveTo>
                    <a:pt x="184677" y="142428"/>
                  </a:moveTo>
                  <a:lnTo>
                    <a:pt x="185235" y="142484"/>
                  </a:lnTo>
                  <a:lnTo>
                    <a:pt x="185793" y="142540"/>
                  </a:lnTo>
                  <a:lnTo>
                    <a:pt x="186296" y="142707"/>
                  </a:lnTo>
                  <a:lnTo>
                    <a:pt x="186854" y="142875"/>
                  </a:lnTo>
                  <a:lnTo>
                    <a:pt x="187300" y="143098"/>
                  </a:lnTo>
                  <a:lnTo>
                    <a:pt x="187747" y="143377"/>
                  </a:lnTo>
                  <a:lnTo>
                    <a:pt x="188193" y="143712"/>
                  </a:lnTo>
                  <a:lnTo>
                    <a:pt x="188584" y="144103"/>
                  </a:lnTo>
                  <a:lnTo>
                    <a:pt x="188975" y="144493"/>
                  </a:lnTo>
                  <a:lnTo>
                    <a:pt x="189254" y="144884"/>
                  </a:lnTo>
                  <a:lnTo>
                    <a:pt x="189533" y="145330"/>
                  </a:lnTo>
                  <a:lnTo>
                    <a:pt x="189812" y="145833"/>
                  </a:lnTo>
                  <a:lnTo>
                    <a:pt x="189979" y="146335"/>
                  </a:lnTo>
                  <a:lnTo>
                    <a:pt x="190091" y="146893"/>
                  </a:lnTo>
                  <a:lnTo>
                    <a:pt x="190202" y="147451"/>
                  </a:lnTo>
                  <a:lnTo>
                    <a:pt x="190202" y="148009"/>
                  </a:lnTo>
                  <a:lnTo>
                    <a:pt x="190202" y="148567"/>
                  </a:lnTo>
                  <a:lnTo>
                    <a:pt x="190091" y="149125"/>
                  </a:lnTo>
                  <a:lnTo>
                    <a:pt x="189979" y="149628"/>
                  </a:lnTo>
                  <a:lnTo>
                    <a:pt x="189812" y="150186"/>
                  </a:lnTo>
                  <a:lnTo>
                    <a:pt x="189533" y="150632"/>
                  </a:lnTo>
                  <a:lnTo>
                    <a:pt x="189254" y="151079"/>
                  </a:lnTo>
                  <a:lnTo>
                    <a:pt x="188975" y="151525"/>
                  </a:lnTo>
                  <a:lnTo>
                    <a:pt x="188584" y="151916"/>
                  </a:lnTo>
                  <a:lnTo>
                    <a:pt x="188193" y="152307"/>
                  </a:lnTo>
                  <a:lnTo>
                    <a:pt x="187747" y="152586"/>
                  </a:lnTo>
                  <a:lnTo>
                    <a:pt x="187300" y="152865"/>
                  </a:lnTo>
                  <a:lnTo>
                    <a:pt x="186854" y="153144"/>
                  </a:lnTo>
                  <a:lnTo>
                    <a:pt x="186296" y="153311"/>
                  </a:lnTo>
                  <a:lnTo>
                    <a:pt x="185793" y="153423"/>
                  </a:lnTo>
                  <a:lnTo>
                    <a:pt x="185235" y="153534"/>
                  </a:lnTo>
                  <a:lnTo>
                    <a:pt x="184119" y="153534"/>
                  </a:lnTo>
                  <a:lnTo>
                    <a:pt x="183561" y="153423"/>
                  </a:lnTo>
                  <a:lnTo>
                    <a:pt x="183003" y="153311"/>
                  </a:lnTo>
                  <a:lnTo>
                    <a:pt x="182500" y="153144"/>
                  </a:lnTo>
                  <a:lnTo>
                    <a:pt x="181998" y="152865"/>
                  </a:lnTo>
                  <a:lnTo>
                    <a:pt x="181552" y="152586"/>
                  </a:lnTo>
                  <a:lnTo>
                    <a:pt x="181161" y="152307"/>
                  </a:lnTo>
                  <a:lnTo>
                    <a:pt x="180770" y="151916"/>
                  </a:lnTo>
                  <a:lnTo>
                    <a:pt x="180380" y="151525"/>
                  </a:lnTo>
                  <a:lnTo>
                    <a:pt x="180045" y="151079"/>
                  </a:lnTo>
                  <a:lnTo>
                    <a:pt x="179766" y="150632"/>
                  </a:lnTo>
                  <a:lnTo>
                    <a:pt x="179543" y="150186"/>
                  </a:lnTo>
                  <a:lnTo>
                    <a:pt x="179375" y="149628"/>
                  </a:lnTo>
                  <a:lnTo>
                    <a:pt x="179208" y="149125"/>
                  </a:lnTo>
                  <a:lnTo>
                    <a:pt x="179152" y="148567"/>
                  </a:lnTo>
                  <a:lnTo>
                    <a:pt x="179096" y="148009"/>
                  </a:lnTo>
                  <a:lnTo>
                    <a:pt x="179152" y="147451"/>
                  </a:lnTo>
                  <a:lnTo>
                    <a:pt x="179208" y="146893"/>
                  </a:lnTo>
                  <a:lnTo>
                    <a:pt x="179375" y="146335"/>
                  </a:lnTo>
                  <a:lnTo>
                    <a:pt x="179543" y="145833"/>
                  </a:lnTo>
                  <a:lnTo>
                    <a:pt x="179766" y="145330"/>
                  </a:lnTo>
                  <a:lnTo>
                    <a:pt x="180045" y="144884"/>
                  </a:lnTo>
                  <a:lnTo>
                    <a:pt x="180380" y="144493"/>
                  </a:lnTo>
                  <a:lnTo>
                    <a:pt x="180770" y="144103"/>
                  </a:lnTo>
                  <a:lnTo>
                    <a:pt x="181161" y="143712"/>
                  </a:lnTo>
                  <a:lnTo>
                    <a:pt x="181552" y="143377"/>
                  </a:lnTo>
                  <a:lnTo>
                    <a:pt x="181998" y="143098"/>
                  </a:lnTo>
                  <a:lnTo>
                    <a:pt x="182500" y="142875"/>
                  </a:lnTo>
                  <a:lnTo>
                    <a:pt x="183003" y="142707"/>
                  </a:lnTo>
                  <a:lnTo>
                    <a:pt x="183561" y="142540"/>
                  </a:lnTo>
                  <a:lnTo>
                    <a:pt x="184119" y="142484"/>
                  </a:lnTo>
                  <a:lnTo>
                    <a:pt x="184677" y="142428"/>
                  </a:ln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" name="Google Shape;74;p18"/>
          <p:cNvSpPr txBox="1"/>
          <p:nvPr>
            <p:ph type="title"/>
          </p:nvPr>
        </p:nvSpPr>
        <p:spPr>
          <a:xfrm>
            <a:off x="457200" y="1425175"/>
            <a:ext cx="31014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>
            <a:off x="457200" y="2419350"/>
            <a:ext cx="3101400" cy="186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no illustration">
  <p:cSld name="TITLE_ONLY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mc:AlternateContent>
    <mc:Choice Requires="p14">
      <p:transition spd="slow" p14:dur="2300">
        <p:push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jpg"/><Relationship Id="rId10" Type="http://schemas.openxmlformats.org/officeDocument/2006/relationships/image" Target="../media/image2.jpg"/><Relationship Id="rId12" Type="http://schemas.openxmlformats.org/officeDocument/2006/relationships/image" Target="../media/image4.jp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6.jpg"/><Relationship Id="rId9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8.jpg"/><Relationship Id="rId7" Type="http://schemas.openxmlformats.org/officeDocument/2006/relationships/image" Target="../media/image3.jp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fr.wikipedia.org/wiki/Syst%C3%A8me_de_gestion_de_base_de_donn%C3%A9es" TargetMode="External"/><Relationship Id="rId4" Type="http://schemas.openxmlformats.org/officeDocument/2006/relationships/hyperlink" Target="https://fr.wikipedia.org/wiki/Base_de_donn%C3%A9es_relationnelle" TargetMode="External"/><Relationship Id="rId5" Type="http://schemas.openxmlformats.org/officeDocument/2006/relationships/hyperlink" Target="https://fr.wikipedia.org/wiki/Java_(langage)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ctrTitle"/>
          </p:nvPr>
        </p:nvSpPr>
        <p:spPr>
          <a:xfrm>
            <a:off x="316100" y="1180900"/>
            <a:ext cx="4766700" cy="16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highlight>
                  <a:schemeClr val="lt1"/>
                </a:highlight>
                <a:latin typeface="Pacifico"/>
                <a:ea typeface="Pacifico"/>
                <a:cs typeface="Pacifico"/>
                <a:sym typeface="Pacifico"/>
              </a:rPr>
              <a:t>Projet de fin </a:t>
            </a:r>
            <a:r>
              <a:rPr lang="en" sz="2500">
                <a:highlight>
                  <a:schemeClr val="lt1"/>
                </a:highlight>
                <a:latin typeface="Pacifico"/>
                <a:ea typeface="Pacifico"/>
                <a:cs typeface="Pacifico"/>
                <a:sym typeface="Pacifico"/>
              </a:rPr>
              <a:t>d'étude</a:t>
            </a:r>
            <a:endParaRPr sz="2500">
              <a:highlight>
                <a:schemeClr val="lt1"/>
              </a:highlight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>
                <a:highlight>
                  <a:schemeClr val="lt1"/>
                </a:highlight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en" sz="2500">
                <a:highlight>
                  <a:schemeClr val="lt1"/>
                </a:highlight>
                <a:latin typeface="Pacifico"/>
                <a:ea typeface="Pacifico"/>
                <a:cs typeface="Pacifico"/>
                <a:sym typeface="Pacifico"/>
              </a:rPr>
              <a:t>Réalisation et conception d’un Application</a:t>
            </a:r>
            <a:r>
              <a:rPr lang="en" sz="2500">
                <a:solidFill>
                  <a:srgbClr val="52A551"/>
                </a:solidFill>
                <a:highlight>
                  <a:schemeClr val="lt1"/>
                </a:highlight>
                <a:latin typeface="Pacifico"/>
                <a:ea typeface="Pacifico"/>
                <a:cs typeface="Pacifico"/>
                <a:sym typeface="Pacifico"/>
              </a:rPr>
              <a:t> </a:t>
            </a:r>
            <a:r>
              <a:rPr lang="en" sz="2500">
                <a:highlight>
                  <a:schemeClr val="lt1"/>
                </a:highlight>
                <a:latin typeface="Pacifico"/>
                <a:ea typeface="Pacifico"/>
                <a:cs typeface="Pacifico"/>
                <a:sym typeface="Pacifico"/>
              </a:rPr>
              <a:t>de</a:t>
            </a:r>
            <a:r>
              <a:rPr lang="en" sz="2500">
                <a:solidFill>
                  <a:srgbClr val="52A551"/>
                </a:solidFill>
                <a:highlight>
                  <a:schemeClr val="lt1"/>
                </a:highlight>
              </a:rPr>
              <a:t> </a:t>
            </a:r>
            <a:r>
              <a:rPr b="1" lang="en" sz="2500">
                <a:solidFill>
                  <a:srgbClr val="52A551"/>
                </a:solidFill>
                <a:highlight>
                  <a:schemeClr val="lt1"/>
                </a:highlight>
                <a:latin typeface="Pacifico"/>
                <a:ea typeface="Pacifico"/>
                <a:cs typeface="Pacifico"/>
                <a:sym typeface="Pacifico"/>
              </a:rPr>
              <a:t>Gestion des R</a:t>
            </a:r>
            <a:r>
              <a:rPr b="1" lang="en" sz="2500">
                <a:solidFill>
                  <a:srgbClr val="52A551"/>
                </a:solidFill>
                <a:highlight>
                  <a:schemeClr val="lt1"/>
                </a:highlight>
                <a:latin typeface="Pacifico"/>
                <a:ea typeface="Pacifico"/>
                <a:cs typeface="Pacifico"/>
                <a:sym typeface="Pacifico"/>
              </a:rPr>
              <a:t>essources</a:t>
            </a:r>
            <a:r>
              <a:rPr b="1" lang="en" sz="2500">
                <a:solidFill>
                  <a:srgbClr val="52A551"/>
                </a:solidFill>
                <a:highlight>
                  <a:schemeClr val="lt1"/>
                </a:highlight>
                <a:latin typeface="Pacifico"/>
                <a:ea typeface="Pacifico"/>
                <a:cs typeface="Pacifico"/>
                <a:sym typeface="Pacifico"/>
              </a:rPr>
              <a:t> Humains VBM Pepsi</a:t>
            </a:r>
            <a:endParaRPr b="1" sz="2500">
              <a:solidFill>
                <a:srgbClr val="52A551"/>
              </a:solidFill>
              <a:highlight>
                <a:schemeClr val="lt1"/>
              </a:highlight>
              <a:latin typeface="Pacifico"/>
              <a:ea typeface="Pacifico"/>
              <a:cs typeface="Pacifico"/>
              <a:sym typeface="Pacific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500">
              <a:solidFill>
                <a:srgbClr val="52A551"/>
              </a:solidFill>
              <a:highlight>
                <a:schemeClr val="lt1"/>
              </a:highlight>
            </a:endParaRPr>
          </a:p>
        </p:txBody>
      </p:sp>
      <p:pic>
        <p:nvPicPr>
          <p:cNvPr id="85" name="Google Shape;85;p20"/>
          <p:cNvPicPr preferRelativeResize="0"/>
          <p:nvPr/>
        </p:nvPicPr>
        <p:blipFill rotWithShape="1">
          <a:blip r:embed="rId3">
            <a:alphaModFix/>
          </a:blip>
          <a:srcRect b="0" l="8470" r="-8469" t="0"/>
          <a:stretch/>
        </p:blipFill>
        <p:spPr>
          <a:xfrm>
            <a:off x="5640400" y="1810000"/>
            <a:ext cx="3839351" cy="326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912" y="3329700"/>
            <a:ext cx="662326" cy="52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300" y="79950"/>
            <a:ext cx="3263374" cy="775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20"/>
          <p:cNvCxnSpPr/>
          <p:nvPr/>
        </p:nvCxnSpPr>
        <p:spPr>
          <a:xfrm flipH="1" rot="10800000">
            <a:off x="342500" y="1208650"/>
            <a:ext cx="4754100" cy="1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20"/>
          <p:cNvCxnSpPr/>
          <p:nvPr/>
        </p:nvCxnSpPr>
        <p:spPr>
          <a:xfrm flipH="1">
            <a:off x="5083100" y="1222075"/>
            <a:ext cx="20100" cy="16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20"/>
          <p:cNvCxnSpPr/>
          <p:nvPr/>
        </p:nvCxnSpPr>
        <p:spPr>
          <a:xfrm rot="10800000">
            <a:off x="335900" y="2860475"/>
            <a:ext cx="476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20"/>
          <p:cNvCxnSpPr/>
          <p:nvPr/>
        </p:nvCxnSpPr>
        <p:spPr>
          <a:xfrm>
            <a:off x="349175" y="1208650"/>
            <a:ext cx="0" cy="165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20"/>
          <p:cNvSpPr txBox="1"/>
          <p:nvPr/>
        </p:nvSpPr>
        <p:spPr>
          <a:xfrm>
            <a:off x="316100" y="3042975"/>
            <a:ext cx="1976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CBE5F"/>
                </a:solidFill>
              </a:rPr>
              <a:t>Réalisé par:</a:t>
            </a:r>
            <a:endParaRPr b="1">
              <a:solidFill>
                <a:srgbClr val="7CBE5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Oumayma Bourich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Marieme Benrahma</a:t>
            </a:r>
            <a:endParaRPr sz="1300"/>
          </a:p>
        </p:txBody>
      </p:sp>
      <p:sp>
        <p:nvSpPr>
          <p:cNvPr id="93" name="Google Shape;93;p20"/>
          <p:cNvSpPr txBox="1"/>
          <p:nvPr/>
        </p:nvSpPr>
        <p:spPr>
          <a:xfrm>
            <a:off x="2918075" y="2997988"/>
            <a:ext cx="19767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7CBE5F"/>
                </a:solidFill>
              </a:rPr>
              <a:t>Encadré par:</a:t>
            </a:r>
            <a:endParaRPr b="1">
              <a:solidFill>
                <a:srgbClr val="7CBE5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EL FILALI SANAA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OUAJI MOHCINE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BANOU ZOUHEIR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OUAHABI SARA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SAKHI HASNAE</a:t>
            </a:r>
            <a:endParaRPr sz="1300"/>
          </a:p>
        </p:txBody>
      </p:sp>
      <p:sp>
        <p:nvSpPr>
          <p:cNvPr id="94" name="Google Shape;94;p20"/>
          <p:cNvSpPr txBox="1"/>
          <p:nvPr/>
        </p:nvSpPr>
        <p:spPr>
          <a:xfrm>
            <a:off x="3531925" y="4736300"/>
            <a:ext cx="68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2A551"/>
                </a:solidFill>
              </a:rPr>
              <a:t>Année</a:t>
            </a:r>
            <a:r>
              <a:rPr b="1" lang="en">
                <a:solidFill>
                  <a:srgbClr val="52A551"/>
                </a:solidFill>
              </a:rPr>
              <a:t> universitaire : 2021/2022</a:t>
            </a:r>
            <a:endParaRPr b="1">
              <a:solidFill>
                <a:srgbClr val="52A551"/>
              </a:solidFill>
            </a:endParaRPr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91250" y="2600400"/>
            <a:ext cx="818000" cy="52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08252" y="3127325"/>
            <a:ext cx="331748" cy="52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28900" y="2656150"/>
            <a:ext cx="662350" cy="63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79250" y="3647500"/>
            <a:ext cx="260750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710400" y="4354625"/>
            <a:ext cx="260750" cy="32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0"/>
          <p:cNvPicPr preferRelativeResize="0"/>
          <p:nvPr/>
        </p:nvPicPr>
        <p:blipFill rotWithShape="1">
          <a:blip r:embed="rId11">
            <a:alphaModFix/>
          </a:blip>
          <a:srcRect b="0" l="34078" r="33646" t="0"/>
          <a:stretch/>
        </p:blipFill>
        <p:spPr>
          <a:xfrm>
            <a:off x="5640400" y="3897525"/>
            <a:ext cx="418200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79250" y="116449"/>
            <a:ext cx="2452925" cy="8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57200" y="282175"/>
            <a:ext cx="630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52A551"/>
                </a:solidFill>
              </a:rPr>
              <a:t>PLAN:</a:t>
            </a:r>
            <a:endParaRPr b="1" sz="5000">
              <a:solidFill>
                <a:srgbClr val="52A551"/>
              </a:solidFill>
            </a:endParaRPr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457200" y="1195225"/>
            <a:ext cx="5191200" cy="4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b="1" lang="en" sz="2900">
                <a:solidFill>
                  <a:srgbClr val="65617D"/>
                </a:solidFill>
              </a:rPr>
              <a:t>Introduction</a:t>
            </a:r>
            <a:endParaRPr b="1" sz="2900">
              <a:solidFill>
                <a:srgbClr val="6561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7202"/>
              <a:buFont typeface="Arial"/>
              <a:buNone/>
            </a:pPr>
            <a:r>
              <a:rPr b="1" lang="en" sz="2956">
                <a:solidFill>
                  <a:srgbClr val="65617D"/>
                </a:solidFill>
              </a:rPr>
              <a:t>Problématique</a:t>
            </a:r>
            <a:endParaRPr b="1" sz="2956">
              <a:solidFill>
                <a:srgbClr val="6561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7627"/>
              <a:buFont typeface="Arial"/>
              <a:buNone/>
            </a:pPr>
            <a:r>
              <a:rPr b="1" lang="en" sz="2923">
                <a:solidFill>
                  <a:srgbClr val="65617D"/>
                </a:solidFill>
              </a:rPr>
              <a:t>Analyse et spécification de besoin</a:t>
            </a:r>
            <a:endParaRPr b="1" sz="2923">
              <a:solidFill>
                <a:srgbClr val="6561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7191"/>
              <a:buFont typeface="Arial"/>
              <a:buNone/>
            </a:pPr>
            <a:r>
              <a:rPr b="1" lang="en" sz="2957">
                <a:solidFill>
                  <a:srgbClr val="65617D"/>
                </a:solidFill>
              </a:rPr>
              <a:t>Conception </a:t>
            </a:r>
            <a:endParaRPr b="1" sz="2957">
              <a:solidFill>
                <a:srgbClr val="6561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7191"/>
              <a:buFont typeface="Arial"/>
              <a:buNone/>
            </a:pPr>
            <a:r>
              <a:rPr b="1" lang="en" sz="2957">
                <a:solidFill>
                  <a:srgbClr val="65617D"/>
                </a:solidFill>
              </a:rPr>
              <a:t>Réalisation </a:t>
            </a:r>
            <a:endParaRPr b="1" sz="2957">
              <a:solidFill>
                <a:srgbClr val="6561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442"/>
              <a:buFont typeface="Arial"/>
              <a:buNone/>
            </a:pPr>
            <a:r>
              <a:rPr b="1" lang="en" sz="2861">
                <a:solidFill>
                  <a:srgbClr val="65617D"/>
                </a:solidFill>
              </a:rPr>
              <a:t>Conclusion</a:t>
            </a:r>
            <a:endParaRPr b="1" sz="2861">
              <a:solidFill>
                <a:srgbClr val="6561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b="1" sz="1200">
              <a:solidFill>
                <a:srgbClr val="6561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rgbClr val="65617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rgbClr val="65617D"/>
              </a:solidFill>
            </a:endParaRPr>
          </a:p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650" y="349175"/>
            <a:ext cx="3490499" cy="418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4294967295" type="ctrTitle"/>
          </p:nvPr>
        </p:nvSpPr>
        <p:spPr>
          <a:xfrm>
            <a:off x="146375" y="1791675"/>
            <a:ext cx="47913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52A551"/>
                </a:solidFill>
              </a:rPr>
              <a:t>Introduction</a:t>
            </a:r>
            <a:endParaRPr b="1" sz="5000">
              <a:solidFill>
                <a:srgbClr val="52A551"/>
              </a:solidFill>
            </a:endParaRPr>
          </a:p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1700" y="926650"/>
            <a:ext cx="4992300" cy="36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ctrTitle"/>
          </p:nvPr>
        </p:nvSpPr>
        <p:spPr>
          <a:xfrm>
            <a:off x="421550" y="1991850"/>
            <a:ext cx="49731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52A551"/>
                </a:solidFill>
              </a:rPr>
              <a:t>Problématique</a:t>
            </a:r>
            <a:r>
              <a:rPr b="1" lang="en" sz="5000">
                <a:solidFill>
                  <a:srgbClr val="52A551"/>
                </a:solidFill>
              </a:rPr>
              <a:t>:</a:t>
            </a:r>
            <a:endParaRPr b="1" sz="5000">
              <a:solidFill>
                <a:srgbClr val="52A55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4"/>
          <p:cNvSpPr txBox="1"/>
          <p:nvPr/>
        </p:nvSpPr>
        <p:spPr>
          <a:xfrm>
            <a:off x="-107450" y="178200"/>
            <a:ext cx="49017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Chaque utilisateur travaille sur un fichier séparément.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 Risque d' erreurs de frappe sur Excel sans outils de contrôle.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 Les fichiers et informations sont partagés entre l’équipe par email, ce qui rend l’accès à l’historique très difficile.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 Le risque qu’on ne retrouve pas les emails ou chacun possède sa méthode de classement.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8175" y="457550"/>
            <a:ext cx="4354625" cy="457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-357575" y="2070725"/>
            <a:ext cx="49731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52A551"/>
                </a:solidFill>
              </a:rPr>
              <a:t>Mission?</a:t>
            </a:r>
            <a:endParaRPr b="1" sz="3600">
              <a:solidFill>
                <a:srgbClr val="52A551"/>
              </a:solidFill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1075" y="214875"/>
            <a:ext cx="4668950" cy="448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6"/>
          <p:cNvSpPr/>
          <p:nvPr/>
        </p:nvSpPr>
        <p:spPr>
          <a:xfrm>
            <a:off x="0" y="206622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19050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0" y="2066228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19050">
            <a:solidFill>
              <a:schemeClr val="lt1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0" y="1987700"/>
            <a:ext cx="9144000" cy="1011043"/>
          </a:xfrm>
          <a:custGeom>
            <a:rect b="b" l="l" r="r" t="t"/>
            <a:pathLst>
              <a:path extrusionOk="0" h="1348058" w="1219200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cap="flat" cmpd="sng" w="2286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742950" rotWithShape="0" algn="bl" dist="85725">
              <a:srgbClr val="52A551">
                <a:alpha val="5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9144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/>
          <p:nvPr/>
        </p:nvSpPr>
        <p:spPr>
          <a:xfrm rot="8100000">
            <a:off x="1815392" y="1227379"/>
            <a:ext cx="334744" cy="334744"/>
          </a:xfrm>
          <a:prstGeom prst="teardrop">
            <a:avLst>
              <a:gd fmla="val 10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44" name="Google Shape;144;p26"/>
          <p:cNvSpPr/>
          <p:nvPr/>
        </p:nvSpPr>
        <p:spPr>
          <a:xfrm rot="-2700000">
            <a:off x="4988992" y="3409153"/>
            <a:ext cx="334744" cy="334744"/>
          </a:xfrm>
          <a:prstGeom prst="teardrop">
            <a:avLst>
              <a:gd fmla="val 10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45" name="Google Shape;145;p26"/>
          <p:cNvSpPr/>
          <p:nvPr/>
        </p:nvSpPr>
        <p:spPr>
          <a:xfrm rot="8100000">
            <a:off x="7684517" y="1293954"/>
            <a:ext cx="334744" cy="334744"/>
          </a:xfrm>
          <a:prstGeom prst="teardrop">
            <a:avLst>
              <a:gd fmla="val 10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465225" y="510325"/>
            <a:ext cx="3035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9E9E9E"/>
                </a:solidFill>
              </a:rPr>
              <a:t>Saisir toutes les informations nécessaires sur le système.</a:t>
            </a:r>
            <a:endParaRPr/>
          </a:p>
        </p:txBody>
      </p:sp>
      <p:sp>
        <p:nvSpPr>
          <p:cNvPr id="147" name="Google Shape;147;p26"/>
          <p:cNvSpPr txBox="1"/>
          <p:nvPr/>
        </p:nvSpPr>
        <p:spPr>
          <a:xfrm>
            <a:off x="3847000" y="3881775"/>
            <a:ext cx="29142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9E9E9E"/>
                </a:solidFill>
              </a:rPr>
              <a:t>Télécharger du système les reportings nécessaires.</a:t>
            </a:r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6108900" y="510325"/>
            <a:ext cx="30351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E9E9E"/>
                </a:solidFill>
              </a:rPr>
              <a:t>Recevoir des alertes et notifications en temps voulu.</a:t>
            </a:r>
            <a:endParaRPr b="1" sz="1600">
              <a:solidFill>
                <a:srgbClr val="9E9E9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6553538" y="2570856"/>
            <a:ext cx="400950" cy="22649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3164300" y="996325"/>
            <a:ext cx="5698200" cy="21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600">
                <a:solidFill>
                  <a:srgbClr val="52A551"/>
                </a:solidFill>
              </a:rPr>
              <a:t>Analyse et spécification de besoin:</a:t>
            </a:r>
            <a:endParaRPr sz="3600">
              <a:solidFill>
                <a:srgbClr val="52A551"/>
              </a:solidFill>
            </a:endParaRPr>
          </a:p>
        </p:txBody>
      </p:sp>
      <p:sp>
        <p:nvSpPr>
          <p:cNvPr id="155" name="Google Shape;155;p2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805775" y="1880125"/>
            <a:ext cx="306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50" y="362600"/>
            <a:ext cx="2860475" cy="271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750" y="473325"/>
            <a:ext cx="4495401" cy="41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/>
        </p:nvSpPr>
        <p:spPr>
          <a:xfrm>
            <a:off x="376000" y="882925"/>
            <a:ext cx="54657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3C47D"/>
                </a:solidFill>
              </a:rPr>
              <a:t>Besoin fonctionnelles:</a:t>
            </a:r>
            <a:endParaRPr b="1" sz="1600">
              <a:solidFill>
                <a:srgbClr val="93C47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Administrateur( responsable RH):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S’authentifier.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Visualiser l’ensemble </a:t>
            </a:r>
            <a:r>
              <a:rPr lang="en">
                <a:solidFill>
                  <a:schemeClr val="dk1"/>
                </a:solidFill>
              </a:rPr>
              <a:t>des intérimaires dans une même liste.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Possibilité de modifier, ajouter et supprimer une intérimaire.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3C47D"/>
                </a:solidFill>
              </a:rPr>
              <a:t>Besoin non fonctionnelles: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Portabilité, maintenance et évolution.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Rapidité et robustesse.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Sécurité.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267875" y="1811725"/>
            <a:ext cx="630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52A551"/>
                </a:solidFill>
              </a:rPr>
              <a:t>Conception:</a:t>
            </a:r>
            <a:endParaRPr b="1" sz="5000">
              <a:solidFill>
                <a:srgbClr val="52A551"/>
              </a:solidFill>
            </a:endParaRPr>
          </a:p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" name="Google Shape;17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1725" y="473325"/>
            <a:ext cx="5029425" cy="44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7775"/>
            <a:ext cx="9021149" cy="48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62550" y="1937950"/>
            <a:ext cx="63003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52A551"/>
                </a:solidFill>
              </a:rPr>
              <a:t>Réalisation</a:t>
            </a:r>
            <a:endParaRPr b="1" sz="5100">
              <a:solidFill>
                <a:srgbClr val="52A551"/>
              </a:solidFill>
            </a:endParaRPr>
          </a:p>
        </p:txBody>
      </p:sp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1325" y="435500"/>
            <a:ext cx="4827951" cy="410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578500" y="420700"/>
            <a:ext cx="85992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A7D86D"/>
                </a:solidFill>
              </a:rPr>
              <a:t>Langage et outils de </a:t>
            </a:r>
            <a:r>
              <a:rPr b="1" lang="en" sz="2700">
                <a:solidFill>
                  <a:srgbClr val="A7D86D"/>
                </a:solidFill>
              </a:rPr>
              <a:t>développement:</a:t>
            </a:r>
            <a:endParaRPr b="1" sz="2700">
              <a:solidFill>
                <a:srgbClr val="A7D86D"/>
              </a:solidFill>
            </a:endParaRPr>
          </a:p>
        </p:txBody>
      </p:sp>
      <p:sp>
        <p:nvSpPr>
          <p:cNvPr id="190" name="Google Shape;190;p32"/>
          <p:cNvSpPr txBox="1"/>
          <p:nvPr>
            <p:ph idx="2" type="body"/>
          </p:nvPr>
        </p:nvSpPr>
        <p:spPr>
          <a:xfrm>
            <a:off x="3384250" y="1183588"/>
            <a:ext cx="2987700" cy="17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Spring boot: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Spring Boot facilite la création d'applications Spring autonomes de qualité production que vous </a:t>
            </a:r>
            <a:r>
              <a:rPr lang="en" sz="1500">
                <a:solidFill>
                  <a:schemeClr val="dk1"/>
                </a:solidFill>
              </a:rPr>
              <a:t>pouvez exécuter</a:t>
            </a:r>
            <a:r>
              <a:rPr lang="en" sz="1500">
                <a:solidFill>
                  <a:schemeClr val="dk1"/>
                </a:solidFill>
              </a:rPr>
              <a:t> simplement.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91" name="Google Shape;191;p32"/>
          <p:cNvSpPr txBox="1"/>
          <p:nvPr>
            <p:ph idx="3" type="body"/>
          </p:nvPr>
        </p:nvSpPr>
        <p:spPr>
          <a:xfrm>
            <a:off x="3849924" y="3234075"/>
            <a:ext cx="23598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199400" y="3130275"/>
            <a:ext cx="24861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H2: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est un 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système de gestion de base de données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relationnelles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 écrit en 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Java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1200"/>
          </a:p>
        </p:txBody>
      </p:sp>
      <p:sp>
        <p:nvSpPr>
          <p:cNvPr id="194" name="Google Shape;194;p32"/>
          <p:cNvSpPr txBox="1"/>
          <p:nvPr>
            <p:ph idx="2" type="body"/>
          </p:nvPr>
        </p:nvSpPr>
        <p:spPr>
          <a:xfrm>
            <a:off x="3384250" y="3130275"/>
            <a:ext cx="27927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MYSQL: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est un Système de Gestion de Bases de Données (SGBD) fonctionnant sous Linux et Windows.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95" name="Google Shape;195;p32"/>
          <p:cNvSpPr txBox="1"/>
          <p:nvPr>
            <p:ph idx="3" type="body"/>
          </p:nvPr>
        </p:nvSpPr>
        <p:spPr>
          <a:xfrm>
            <a:off x="6695325" y="1183600"/>
            <a:ext cx="23598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JavaScript</a:t>
            </a:r>
            <a:r>
              <a:rPr b="1" lang="en"/>
              <a:t> Calendar: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Projet d’un calendrier créé en javascript.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73175" y="1278100"/>
            <a:ext cx="29877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Java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202122"/>
                </a:solidFill>
                <a:highlight>
                  <a:srgbClr val="FFFFFF"/>
                </a:highlight>
              </a:rPr>
              <a:t>est un langage de programmation orienté objet le plus populaire pour </a:t>
            </a:r>
            <a:r>
              <a:rPr lang="en" sz="1400">
                <a:solidFill>
                  <a:srgbClr val="202122"/>
                </a:solidFill>
                <a:highlight>
                  <a:srgbClr val="FFFFFF"/>
                </a:highlight>
              </a:rPr>
              <a:t>développer</a:t>
            </a:r>
            <a:r>
              <a:rPr lang="en" sz="1400">
                <a:solidFill>
                  <a:srgbClr val="202122"/>
                </a:solidFill>
                <a:highlight>
                  <a:srgbClr val="FFFFFF"/>
                </a:highlight>
              </a:rPr>
              <a:t> les applications .</a:t>
            </a:r>
            <a:endParaRPr sz="1200"/>
          </a:p>
        </p:txBody>
      </p:sp>
      <p:sp>
        <p:nvSpPr>
          <p:cNvPr id="197" name="Google Shape;197;p32"/>
          <p:cNvSpPr txBox="1"/>
          <p:nvPr/>
        </p:nvSpPr>
        <p:spPr>
          <a:xfrm>
            <a:off x="6657900" y="3130275"/>
            <a:ext cx="2486100" cy="1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Thymeleaf: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est un moteur de template, écrit en Java pouvant générer du XML/XHTML/HTML5.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 txBox="1"/>
          <p:nvPr>
            <p:ph idx="2" type="body"/>
          </p:nvPr>
        </p:nvSpPr>
        <p:spPr>
          <a:xfrm>
            <a:off x="3286750" y="299888"/>
            <a:ext cx="2987700" cy="17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Bootstrap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Bootstrap est une collection d'outils utiles à la création du design (graphisme, animation et interactions avec la page dans le navigateur, etc.)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03" name="Google Shape;203;p33"/>
          <p:cNvSpPr txBox="1"/>
          <p:nvPr>
            <p:ph idx="3" type="body"/>
          </p:nvPr>
        </p:nvSpPr>
        <p:spPr>
          <a:xfrm>
            <a:off x="3849924" y="3234075"/>
            <a:ext cx="2359800" cy="13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4" name="Google Shape;204;p33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3"/>
          <p:cNvSpPr txBox="1"/>
          <p:nvPr>
            <p:ph idx="1" type="body"/>
          </p:nvPr>
        </p:nvSpPr>
        <p:spPr>
          <a:xfrm>
            <a:off x="73175" y="2230950"/>
            <a:ext cx="24861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Spring </a:t>
            </a:r>
            <a:r>
              <a:rPr b="1" lang="en"/>
              <a:t>Security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Spring Security est un cadre d'authentification et de contrôle d'accès puissant et hautement personnalisable.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endParaRPr sz="1200"/>
          </a:p>
        </p:txBody>
      </p:sp>
      <p:sp>
        <p:nvSpPr>
          <p:cNvPr id="206" name="Google Shape;206;p33"/>
          <p:cNvSpPr txBox="1"/>
          <p:nvPr>
            <p:ph idx="2" type="body"/>
          </p:nvPr>
        </p:nvSpPr>
        <p:spPr>
          <a:xfrm>
            <a:off x="3230950" y="2230950"/>
            <a:ext cx="27927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JPA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est une spécification de ORM (Object Relational Mapping) pour Java.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07" name="Google Shape;207;p33"/>
          <p:cNvSpPr txBox="1"/>
          <p:nvPr>
            <p:ph idx="3" type="body"/>
          </p:nvPr>
        </p:nvSpPr>
        <p:spPr>
          <a:xfrm>
            <a:off x="6594900" y="299900"/>
            <a:ext cx="2549100" cy="20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Lombok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Project Lombok est une bibliothèque Java qui se connecte automatiquement à votre éditeur et crée des outils, pimentant votre Java.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73175" y="299900"/>
            <a:ext cx="29877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Jquery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rgbClr val="202122"/>
                </a:solidFill>
                <a:highlight>
                  <a:srgbClr val="FFFFFF"/>
                </a:highlight>
              </a:rPr>
              <a:t>jQuery est une bibliothèque JavaScript rapide, petite et riche en fonctionnalités.</a:t>
            </a:r>
            <a:endParaRPr sz="1200"/>
          </a:p>
        </p:txBody>
      </p:sp>
      <p:sp>
        <p:nvSpPr>
          <p:cNvPr id="209" name="Google Shape;209;p33"/>
          <p:cNvSpPr txBox="1"/>
          <p:nvPr/>
        </p:nvSpPr>
        <p:spPr>
          <a:xfrm>
            <a:off x="6543175" y="2230950"/>
            <a:ext cx="2486100" cy="25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Builder</a:t>
            </a:r>
            <a:r>
              <a:rPr b="1" lang="en" sz="1600">
                <a:solidFill>
                  <a:schemeClr val="dk2"/>
                </a:solidFill>
              </a:rPr>
              <a:t>:</a:t>
            </a:r>
            <a:endParaRPr b="1"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Le builder pattern fait partie des design patterns, c’est-à-dire des patrons de conception qui permettent de résoudre les problèmes de programmation dans la programmation orientée objet (POO).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30975" y="223750"/>
            <a:ext cx="85992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A7D86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A7D86D"/>
              </a:solidFill>
            </a:endParaRPr>
          </a:p>
        </p:txBody>
      </p:sp>
      <p:sp>
        <p:nvSpPr>
          <p:cNvPr id="215" name="Google Shape;215;p34"/>
          <p:cNvSpPr txBox="1"/>
          <p:nvPr>
            <p:ph idx="2" type="body"/>
          </p:nvPr>
        </p:nvSpPr>
        <p:spPr>
          <a:xfrm>
            <a:off x="3078150" y="293025"/>
            <a:ext cx="2486100" cy="18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modélisation UML: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DRAW IO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16" name="Google Shape;216;p34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7" name="Google Shape;217;p34"/>
          <p:cNvSpPr txBox="1"/>
          <p:nvPr>
            <p:ph idx="1" type="body"/>
          </p:nvPr>
        </p:nvSpPr>
        <p:spPr>
          <a:xfrm>
            <a:off x="144925" y="2573025"/>
            <a:ext cx="24861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Outil de stocker et </a:t>
            </a:r>
            <a:r>
              <a:rPr b="1" lang="en"/>
              <a:t>gérer la version</a:t>
            </a:r>
            <a:r>
              <a:rPr b="1" lang="en"/>
              <a:t> le code: 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G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</a:rPr>
              <a:t>ithub</a:t>
            </a:r>
            <a:endParaRPr sz="1400"/>
          </a:p>
        </p:txBody>
      </p:sp>
      <p:sp>
        <p:nvSpPr>
          <p:cNvPr id="218" name="Google Shape;218;p34"/>
          <p:cNvSpPr txBox="1"/>
          <p:nvPr>
            <p:ph idx="3" type="body"/>
          </p:nvPr>
        </p:nvSpPr>
        <p:spPr>
          <a:xfrm>
            <a:off x="3132625" y="2438500"/>
            <a:ext cx="27009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400"/>
              <a:t>développement de l’application: </a:t>
            </a:r>
            <a:endParaRPr b="1" sz="6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400"/>
              <a:t>Outil </a:t>
            </a:r>
            <a:r>
              <a:rPr b="1" lang="en" sz="6400"/>
              <a:t>de développement </a:t>
            </a:r>
            <a:r>
              <a:rPr lang="en" sz="5600">
                <a:solidFill>
                  <a:srgbClr val="4D5156"/>
                </a:solidFill>
                <a:highlight>
                  <a:srgbClr val="FFFFFF"/>
                </a:highlight>
              </a:rPr>
              <a:t>IntelliJ IDEA </a:t>
            </a:r>
            <a:endParaRPr b="1"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144925" y="223750"/>
            <a:ext cx="2987700" cy="15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Système</a:t>
            </a:r>
            <a:r>
              <a:rPr b="1" lang="en"/>
              <a:t> </a:t>
            </a:r>
            <a:r>
              <a:rPr b="1" lang="en"/>
              <a:t>d'exploitation</a:t>
            </a:r>
            <a:r>
              <a:rPr b="1" lang="en"/>
              <a:t>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02122"/>
                </a:solidFill>
                <a:highlight>
                  <a:srgbClr val="FFFFFF"/>
                </a:highlight>
              </a:rPr>
              <a:t>Windows</a:t>
            </a:r>
            <a:r>
              <a:rPr lang="en" sz="1400">
                <a:solidFill>
                  <a:srgbClr val="202122"/>
                </a:solidFill>
                <a:highlight>
                  <a:srgbClr val="FFFFFF"/>
                </a:highlight>
              </a:rPr>
              <a:t> 10 </a:t>
            </a:r>
            <a:endParaRPr sz="1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400">
                <a:solidFill>
                  <a:srgbClr val="202124"/>
                </a:solidFill>
              </a:rPr>
              <a:t>Mac</a:t>
            </a:r>
            <a:r>
              <a:rPr lang="en" sz="1400">
                <a:solidFill>
                  <a:srgbClr val="202124"/>
                </a:solidFill>
                <a:highlight>
                  <a:srgbClr val="FFFFFF"/>
                </a:highlight>
              </a:rPr>
              <a:t> OS X 10.6.6 </a:t>
            </a:r>
            <a:endParaRPr sz="1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grpSp>
        <p:nvGrpSpPr>
          <p:cNvPr id="220" name="Google Shape;220;p34"/>
          <p:cNvGrpSpPr/>
          <p:nvPr/>
        </p:nvGrpSpPr>
        <p:grpSpPr>
          <a:xfrm>
            <a:off x="6065708" y="1246358"/>
            <a:ext cx="2075394" cy="2035405"/>
            <a:chOff x="5926225" y="921350"/>
            <a:chExt cx="517800" cy="504350"/>
          </a:xfrm>
        </p:grpSpPr>
        <p:sp>
          <p:nvSpPr>
            <p:cNvPr id="221" name="Google Shape;221;p34"/>
            <p:cNvSpPr/>
            <p:nvPr/>
          </p:nvSpPr>
          <p:spPr>
            <a:xfrm>
              <a:off x="5926225" y="921350"/>
              <a:ext cx="517800" cy="504350"/>
            </a:xfrm>
            <a:custGeom>
              <a:rect b="b" l="l" r="r" t="t"/>
              <a:pathLst>
                <a:path extrusionOk="0" h="20174" w="20712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222" name="Google Shape;222;p34"/>
            <p:cNvSpPr/>
            <p:nvPr/>
          </p:nvSpPr>
          <p:spPr>
            <a:xfrm>
              <a:off x="6016600" y="1005000"/>
              <a:ext cx="337050" cy="337050"/>
            </a:xfrm>
            <a:custGeom>
              <a:rect b="b" l="l" r="r" t="t"/>
              <a:pathLst>
                <a:path extrusionOk="0" h="13482" w="13482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223" name="Google Shape;223;p34"/>
          <p:cNvSpPr/>
          <p:nvPr/>
        </p:nvSpPr>
        <p:spPr>
          <a:xfrm>
            <a:off x="6963800" y="2318375"/>
            <a:ext cx="1429867" cy="1058038"/>
          </a:xfrm>
          <a:custGeom>
            <a:rect b="b" l="l" r="r" t="t"/>
            <a:pathLst>
              <a:path extrusionOk="0" h="10845" w="19198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3BC81"/>
            </a:gs>
          </a:gsLst>
          <a:lin ang="5400012" scaled="0"/>
        </a:gra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5"/>
          <p:cNvSpPr txBox="1"/>
          <p:nvPr>
            <p:ph idx="4294967295" type="title"/>
          </p:nvPr>
        </p:nvSpPr>
        <p:spPr>
          <a:xfrm>
            <a:off x="120875" y="1510800"/>
            <a:ext cx="3934800" cy="21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11">
                <a:solidFill>
                  <a:srgbClr val="575F6D"/>
                </a:solidFill>
              </a:rPr>
              <a:t>Application de gestion de personnel intérimaire en</a:t>
            </a:r>
            <a:r>
              <a:rPr lang="en" sz="2255">
                <a:solidFill>
                  <a:srgbClr val="575F6D"/>
                </a:solidFill>
              </a:rPr>
              <a:t>  </a:t>
            </a:r>
            <a:r>
              <a:rPr b="1" lang="en" sz="2255">
                <a:solidFill>
                  <a:srgbClr val="575F6D"/>
                </a:solidFill>
              </a:rPr>
              <a:t> </a:t>
            </a:r>
            <a:r>
              <a:rPr b="1" lang="en">
                <a:solidFill>
                  <a:srgbClr val="575F6D"/>
                </a:solidFill>
              </a:rPr>
              <a:t>JAVA</a:t>
            </a:r>
            <a:endParaRPr b="1">
              <a:solidFill>
                <a:srgbClr val="575F6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0" name="Google Shape;230;p35"/>
          <p:cNvGrpSpPr/>
          <p:nvPr/>
        </p:nvGrpSpPr>
        <p:grpSpPr>
          <a:xfrm>
            <a:off x="3678115" y="1092965"/>
            <a:ext cx="5244710" cy="3438170"/>
            <a:chOff x="3409554" y="1138966"/>
            <a:chExt cx="5244710" cy="3072813"/>
          </a:xfrm>
        </p:grpSpPr>
        <p:sp>
          <p:nvSpPr>
            <p:cNvPr id="231" name="Google Shape;231;p35"/>
            <p:cNvSpPr/>
            <p:nvPr/>
          </p:nvSpPr>
          <p:spPr>
            <a:xfrm>
              <a:off x="3838454" y="1138966"/>
              <a:ext cx="4385300" cy="2935345"/>
            </a:xfrm>
            <a:custGeom>
              <a:rect b="b" l="l" r="r" t="t"/>
              <a:pathLst>
                <a:path extrusionOk="0" h="3454973" w="5161606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35"/>
            <p:cNvSpPr/>
            <p:nvPr/>
          </p:nvSpPr>
          <p:spPr>
            <a:xfrm>
              <a:off x="3409554" y="4130915"/>
              <a:ext cx="5244710" cy="80863"/>
            </a:xfrm>
            <a:custGeom>
              <a:rect b="b" l="l" r="r" t="t"/>
              <a:pathLst>
                <a:path extrusionOk="0" h="95178" w="6173152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35"/>
            <p:cNvSpPr/>
            <p:nvPr/>
          </p:nvSpPr>
          <p:spPr>
            <a:xfrm>
              <a:off x="3409554" y="4066224"/>
              <a:ext cx="5243901" cy="64690"/>
            </a:xfrm>
            <a:custGeom>
              <a:rect b="b" l="l" r="r" t="t"/>
              <a:pathLst>
                <a:path extrusionOk="0" h="76142" w="617220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35"/>
            <p:cNvSpPr/>
            <p:nvPr/>
          </p:nvSpPr>
          <p:spPr>
            <a:xfrm>
              <a:off x="5643068" y="4066224"/>
              <a:ext cx="767972" cy="40432"/>
            </a:xfrm>
            <a:custGeom>
              <a:rect b="b" l="l" r="r" t="t"/>
              <a:pathLst>
                <a:path extrusionOk="0" h="47589" w="903922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5" name="Google Shape;235;p35"/>
          <p:cNvPicPr preferRelativeResize="0"/>
          <p:nvPr/>
        </p:nvPicPr>
        <p:blipFill rotWithShape="1">
          <a:blip r:embed="rId3">
            <a:alphaModFix/>
          </a:blip>
          <a:srcRect b="-1921" l="0" r="-2817" t="-1921"/>
          <a:stretch/>
        </p:blipFill>
        <p:spPr>
          <a:xfrm>
            <a:off x="4230300" y="1178925"/>
            <a:ext cx="4250276" cy="307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1" name="Google Shape;2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2350"/>
            <a:ext cx="9185574" cy="520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3125" y="0"/>
            <a:ext cx="922712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8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3" name="Google Shape;25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9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9" name="Google Shape;25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3900"/>
            <a:ext cx="9092051" cy="52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idx="4294967295" type="ctrTitle"/>
          </p:nvPr>
        </p:nvSpPr>
        <p:spPr>
          <a:xfrm>
            <a:off x="671825" y="536600"/>
            <a:ext cx="4976700" cy="11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52A551"/>
                </a:solidFill>
              </a:rPr>
              <a:t>Conclusion:</a:t>
            </a:r>
            <a:endParaRPr b="1" sz="5000">
              <a:solidFill>
                <a:srgbClr val="52A551"/>
              </a:solidFill>
            </a:endParaRPr>
          </a:p>
        </p:txBody>
      </p:sp>
      <p:sp>
        <p:nvSpPr>
          <p:cNvPr id="265" name="Google Shape;265;p40"/>
          <p:cNvSpPr txBox="1"/>
          <p:nvPr>
            <p:ph idx="4294967295" type="subTitle"/>
          </p:nvPr>
        </p:nvSpPr>
        <p:spPr>
          <a:xfrm>
            <a:off x="297700" y="1687450"/>
            <a:ext cx="5287500" cy="22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>
                <a:solidFill>
                  <a:schemeClr val="dk1"/>
                </a:solidFill>
              </a:rPr>
              <a:t>On a essayé tout au long de ce projet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2800">
                <a:solidFill>
                  <a:schemeClr val="dk1"/>
                </a:solidFill>
              </a:rPr>
              <a:t>de répondre à un </a:t>
            </a:r>
            <a:r>
              <a:rPr lang="en" sz="2800">
                <a:solidFill>
                  <a:schemeClr val="dk1"/>
                </a:solidFill>
              </a:rPr>
              <a:t>certain</a:t>
            </a:r>
            <a:r>
              <a:rPr lang="en" sz="2800">
                <a:solidFill>
                  <a:schemeClr val="dk1"/>
                </a:solidFill>
              </a:rPr>
              <a:t> nombre de besoins et d’en trouver des solutions valides qui devraient répondre à un certain nombre de besoins de </a:t>
            </a:r>
            <a:r>
              <a:rPr lang="en" sz="2800">
                <a:solidFill>
                  <a:schemeClr val="dk1"/>
                </a:solidFill>
              </a:rPr>
              <a:t>l'équipe</a:t>
            </a:r>
            <a:r>
              <a:rPr lang="en" sz="2800">
                <a:solidFill>
                  <a:schemeClr val="dk1"/>
                </a:solidFill>
              </a:rPr>
              <a:t> RH.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0"/>
          <p:cNvSpPr/>
          <p:nvPr/>
        </p:nvSpPr>
        <p:spPr>
          <a:xfrm>
            <a:off x="7282278" y="3011993"/>
            <a:ext cx="339869" cy="324519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p40"/>
          <p:cNvGrpSpPr/>
          <p:nvPr/>
        </p:nvGrpSpPr>
        <p:grpSpPr>
          <a:xfrm>
            <a:off x="6860474" y="1189660"/>
            <a:ext cx="1456028" cy="1456403"/>
            <a:chOff x="6654650" y="3665275"/>
            <a:chExt cx="409100" cy="409125"/>
          </a:xfrm>
        </p:grpSpPr>
        <p:sp>
          <p:nvSpPr>
            <p:cNvPr id="268" name="Google Shape;268;p40"/>
            <p:cNvSpPr/>
            <p:nvPr/>
          </p:nvSpPr>
          <p:spPr>
            <a:xfrm>
              <a:off x="6808525" y="3819150"/>
              <a:ext cx="211875" cy="211900"/>
            </a:xfrm>
            <a:custGeom>
              <a:rect b="b" l="l" r="r" t="t"/>
              <a:pathLst>
                <a:path extrusionOk="0" h="8476" w="8475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40"/>
            <p:cNvSpPr/>
            <p:nvPr/>
          </p:nvSpPr>
          <p:spPr>
            <a:xfrm>
              <a:off x="6654650" y="3665275"/>
              <a:ext cx="409100" cy="409125"/>
            </a:xfrm>
            <a:custGeom>
              <a:rect b="b" l="l" r="r" t="t"/>
              <a:pathLst>
                <a:path extrusionOk="0" h="16365" w="16364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0" name="Google Shape;270;p40"/>
          <p:cNvGrpSpPr/>
          <p:nvPr/>
        </p:nvGrpSpPr>
        <p:grpSpPr>
          <a:xfrm rot="1056949">
            <a:off x="5457333" y="2334562"/>
            <a:ext cx="961941" cy="962053"/>
            <a:chOff x="570875" y="4322250"/>
            <a:chExt cx="443300" cy="443325"/>
          </a:xfrm>
        </p:grpSpPr>
        <p:sp>
          <p:nvSpPr>
            <p:cNvPr id="271" name="Google Shape;271;p40"/>
            <p:cNvSpPr/>
            <p:nvPr/>
          </p:nvSpPr>
          <p:spPr>
            <a:xfrm>
              <a:off x="570875" y="4322250"/>
              <a:ext cx="443300" cy="443325"/>
            </a:xfrm>
            <a:custGeom>
              <a:rect b="b" l="l" r="r" t="t"/>
              <a:pathLst>
                <a:path extrusionOk="0" h="17733" w="17732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A7D8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40"/>
            <p:cNvSpPr/>
            <p:nvPr/>
          </p:nvSpPr>
          <p:spPr>
            <a:xfrm>
              <a:off x="597725" y="4665400"/>
              <a:ext cx="73300" cy="73300"/>
            </a:xfrm>
            <a:custGeom>
              <a:rect b="b" l="l" r="r" t="t"/>
              <a:pathLst>
                <a:path extrusionOk="0" h="2932" w="2932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A7D8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40"/>
            <p:cNvSpPr/>
            <p:nvPr/>
          </p:nvSpPr>
          <p:spPr>
            <a:xfrm>
              <a:off x="654525" y="4708150"/>
              <a:ext cx="47025" cy="47025"/>
            </a:xfrm>
            <a:custGeom>
              <a:rect b="b" l="l" r="r" t="t"/>
              <a:pathLst>
                <a:path extrusionOk="0" h="1881" w="1881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A7D8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40"/>
            <p:cNvSpPr/>
            <p:nvPr/>
          </p:nvSpPr>
          <p:spPr>
            <a:xfrm>
              <a:off x="581250" y="4634875"/>
              <a:ext cx="47050" cy="47050"/>
            </a:xfrm>
            <a:custGeom>
              <a:rect b="b" l="l" r="r" t="t"/>
              <a:pathLst>
                <a:path extrusionOk="0" h="1882" w="1882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A7D8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40"/>
          <p:cNvSpPr/>
          <p:nvPr/>
        </p:nvSpPr>
        <p:spPr>
          <a:xfrm rot="2466722">
            <a:off x="5565166" y="1471935"/>
            <a:ext cx="472204" cy="450876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0"/>
          <p:cNvSpPr/>
          <p:nvPr/>
        </p:nvSpPr>
        <p:spPr>
          <a:xfrm rot="-1609319">
            <a:off x="6255742" y="1755624"/>
            <a:ext cx="339819" cy="324470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0"/>
          <p:cNvSpPr/>
          <p:nvPr/>
        </p:nvSpPr>
        <p:spPr>
          <a:xfrm rot="2926198">
            <a:off x="8316146" y="2012664"/>
            <a:ext cx="254474" cy="242981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0"/>
          <p:cNvSpPr/>
          <p:nvPr/>
        </p:nvSpPr>
        <p:spPr>
          <a:xfrm rot="-1609137">
            <a:off x="7257139" y="384869"/>
            <a:ext cx="229255" cy="218900"/>
          </a:xfrm>
          <a:custGeom>
            <a:rect b="b" l="l" r="r" t="t"/>
            <a:pathLst>
              <a:path extrusionOk="0" h="14460" w="15144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0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idx="12" type="sldNum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5" name="Google Shape;285;p41"/>
          <p:cNvSpPr txBox="1"/>
          <p:nvPr/>
        </p:nvSpPr>
        <p:spPr>
          <a:xfrm>
            <a:off x="134525" y="915100"/>
            <a:ext cx="4583100" cy="25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50">
              <a:solidFill>
                <a:srgbClr val="575F6D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50">
                <a:solidFill>
                  <a:srgbClr val="52A551"/>
                </a:solidFill>
              </a:rPr>
              <a:t>  </a:t>
            </a:r>
            <a:r>
              <a:rPr b="1" lang="en" sz="2850">
                <a:solidFill>
                  <a:srgbClr val="52A551"/>
                </a:solidFill>
              </a:rPr>
              <a:t>PERSPECTIVES:</a:t>
            </a:r>
            <a:endParaRPr b="1" sz="2850">
              <a:solidFill>
                <a:srgbClr val="52A55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   </a:t>
            </a:r>
            <a:r>
              <a:rPr lang="en" sz="1800">
                <a:solidFill>
                  <a:schemeClr val="dk1"/>
                </a:solidFill>
              </a:rPr>
              <a:t>Finalement cette application est conçue      pour être maintenue et améliorée.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86" name="Google Shape;28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8175" y="457550"/>
            <a:ext cx="4354625" cy="457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2"/>
          <p:cNvSpPr txBox="1"/>
          <p:nvPr/>
        </p:nvSpPr>
        <p:spPr>
          <a:xfrm>
            <a:off x="255150" y="1262375"/>
            <a:ext cx="8774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000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Merci pour votre attention</a:t>
            </a:r>
            <a:endParaRPr b="1" i="1" sz="60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